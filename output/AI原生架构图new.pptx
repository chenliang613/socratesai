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7432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</a:rPr>
              <a:t>AI 原生层次化架构 · Agent 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502920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Microsoft YaHei"/>
              </a:rPr>
              <a:t>Google Cloud × AWS × Azure 八层收敛 —— MCP 纵向串联（Agent → 工具/知识/数据）· A2A 横向串联（Agent ⇄ Agent · 跨云）</a:t>
            </a:r>
          </a:p>
        </p:txBody>
      </p:sp>
      <p:pic>
        <p:nvPicPr>
          <p:cNvPr id="6" name="Picture 5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41248"/>
            <a:ext cx="7252677" cy="5852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09876" y="841248"/>
            <a:ext cx="4253218" cy="18592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92756" y="102412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3924" y="950976"/>
            <a:ext cx="3750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MCP —— 纵向串联（Agent → 工具/数据）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1044" y="1298448"/>
            <a:ext cx="3869170" cy="131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2D3EE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Agent 平台层是 MCP Client，统一发起工具调用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2D3EE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SaaS 工具、知识检索、数据查询以 MCP Server 暴露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2D3EE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每次调用必经 AI 安全治理层：护栏 · 身份 · 审计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2D3EE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三云原生支持：AgentCore Gateway / ADK /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9876" y="2837688"/>
            <a:ext cx="4253218" cy="18592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92756" y="3020568"/>
            <a:ext cx="100584" cy="100584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3924" y="2947416"/>
            <a:ext cx="3750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A2A —— 横向串联（Agent ⇄ Agent）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1044" y="3294888"/>
            <a:ext cx="3869170" cy="131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923C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SaaS 内嵌 Agent 与企业 Agent 跨边界协作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923C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应用层任务委派 → 平台层多 Agent 编排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923C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跨云跨厂商互操作：GCP ⇄ AWS ⇄ Azure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923C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Google 发起、Linux 基金会托管，三云共同支持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9876" y="4834128"/>
            <a:ext cx="4253218" cy="18592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92756" y="5017008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3924" y="4943856"/>
            <a:ext cx="3750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八层收敛与新控制点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1044" y="5291328"/>
            <a:ext cx="3869170" cy="131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7185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数据（供模型训练）与知识（供 Agent 调用）分离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7185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Tokens 工厂层：数据 + 算力 → 智能（tokens）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7185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Databricks / Snowflake 跨云供数，中立数据平台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B7185"/>
                </a:solidFill>
                <a:latin typeface="Microsoft YaHei"/>
              </a:rPr>
              <a:t>· </a:t>
            </a:r>
            <a:r>
              <a:rPr sz="950" b="0" i="0">
                <a:solidFill>
                  <a:srgbClr val="94A3B8"/>
                </a:solidFill>
                <a:latin typeface="Microsoft YaHei"/>
              </a:rPr>
              <a:t>Agent 平台层是 Agent 时代新的控制点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6711696"/>
            <a:ext cx="11734495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475569"/>
                </a:solidFill>
                <a:latin typeface="Microsoft YaHei"/>
              </a:rPr>
              <a:t>AI 原生架构 · Agent 时代三大云分层对标（截至 2026-07 公开信息） · chenliang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