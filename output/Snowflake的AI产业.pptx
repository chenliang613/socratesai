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AI 产业六层模型 · 数据平台层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Snowflake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的数据云策略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从 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按消费计费、数据共享到 Cortex AI</a:t>
            </a:r>
            <a:r>
              <a:rPr sz="1900" b="0" i="0">
                <a:solidFill>
                  <a:srgbClr val="5B6B7B"/>
                </a:solidFill>
                <a:latin typeface="Microsoft YaHei"/>
              </a:rPr>
              <a:t> 看数据平台护城河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让数据「即取即用、可被共享」——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数据引力 + 网络效应，是数据云的护城河。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39044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公司定位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从数据仓库到数据云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63216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963216"/>
            <a:ext cx="82296" cy="390448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963216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1963216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商业模式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109520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963216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按消费计费的数据云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463393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2463393"/>
            <a:ext cx="82296" cy="390448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463393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5B8E0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2463393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模式对比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609697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463393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传统 vs Agentic 的业务跃迁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96357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2963570"/>
            <a:ext cx="82296" cy="390448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96357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296357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AI 战略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310987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296357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Cortex：把 AI 带到数据旁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463747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3463747"/>
            <a:ext cx="82296" cy="3904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463747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3463747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产业护城河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610051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3463747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易用 · 引力 · 共享 · 中立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963924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963924"/>
            <a:ext cx="82296" cy="3904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63924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3963924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产业分工与判断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4110228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3963924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云之上的协作、竞争与结论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46410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77240" y="4464100"/>
            <a:ext cx="82296" cy="39044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46410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46410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客户与场景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461040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446410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金融 · 零售 · 医疗 · 数据洁净室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4964277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4964277"/>
            <a:ext cx="82296" cy="390448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4964277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964277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竞争格局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4920" y="5110581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4964277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Databricks · 云数仓 · 传统数仓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" y="5464454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77240" y="5464454"/>
            <a:ext cx="82296" cy="390448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" y="5464454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5464454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演进路线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74920" y="5610758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5464454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云数仓 → 数据云 → Agentic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7240" y="5964631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7240" y="5964631"/>
            <a:ext cx="82296" cy="3904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964631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48840" y="5964631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风险与粘性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6110935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9240" y="5964631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护城河风险 vs 客户粘性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公司定位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Snowflake：从云数据仓库到「数据云」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以「存算分离 + 多云 + 极致易用」起家，目标是成为企业数据的统一底座与流通网络。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起点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云数据仓库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存储与计算解耦，弹性伸缩、按需付费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多云中立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横跨 AWS/Azure/GCP，不绑定单一云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极致易用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近乎免运维，SQL 分析师即可上手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愿景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从「存数据」走向「数据共享与流通网络」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按消费计费的数据云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Snowflake 采用消费式定价（按计算 credit 计费），收入与客户用量同频增长。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消费式定价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按计算资源消耗（credit）计费，用多少付多少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存储与计算分别计价，弹性可控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净收入留存率高，客户用量自然扩张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定价与客户价值同向，降低采用门槛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增长引擎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数据上云后，分析负载持续增长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数据共享/Marketplace 带来新用量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AI/应用负载（Cortex/Snowpark）拉动消费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「数据进来就出不去」的引力效应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把定价与客户用量绑定，让平台收入随「数据被用得越多」而自然增长 —— 数据引力即增长引擎。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模式对比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传统模式 vs Agentic 模式：数据消费逻辑的跃迁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数据平台的价值实现，正从「人主动查询数据」转向「Agent 自主调用数据」——消费的主体、节奏与天花板被一并重构。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5B6B7B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传统模式 · 人查数据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分析师写 SQL / BI，由人主动发起查询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461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数据被动等待被人调用、被人解读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9319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消费随「人的分析工作量」线性增长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177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用量受限于分析师人数与上班节奏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3035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价值锚定在「人看报表、再做决策」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Agentic 模式 · Agent 用数据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Cortex Agent 自主查询、分析、产出洞察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2461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Agent 7×24 主动调用数据、串联流程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9319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消费随「Agent 任务量」指数级放大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6177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用量天花板被打开，不再受限于人力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3035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价值锚定在「Agent 自动产出洞察与行动」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Agent 成为数据的「超级消费者」—— 自主、并发、7×24 地调用数据，把消费式定价的增长天花板彻底抬高。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AI 战略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Cortex：把 AI 带到数据旁，而非把数据搬向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Snowflake 的 AI 主张是「让模型在数据所在地运行」，减少数据搬运、保障治理与安全。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Cortex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内置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在平台内直接调用大模型，贴着数据做生成与分析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Snowpark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多语言开发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Python 等在数据侧运行，支撑 ML 与数据应用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向量与检索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RAG 底座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向量存储与检索，支撑企业知识库与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治理优先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数据不出域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权限、审计、合规贯穿，AI 在可信边界内运行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产业护城河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Snowflake 的四道壁垒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827657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82765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易用性壁垒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近免运维 + SQL 友好，降低采用门槛，赢得分析师与业务用户。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59202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123819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238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59202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数据引力壁垒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923794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759202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数据沉淀越多、迁移成本越高，消费随负载增长形成正反馈。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55364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419981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41998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55364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数据共享网络效应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19956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55364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数据 Marketplace 与跨组织共享，参与者越多价值越大。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51526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716143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7161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351526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多云中立壁垒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516118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351526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不绑定单一云，成为客户对冲云厂商的「中立数据层」。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06 产业分工与判断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站在超大规模云之上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Snowflake 是「云之上的数据层」：依赖超大规模云的基础设施，同时与其数据产品正面竞争。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35B8E0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分工与依赖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底层算力/存储租用 AWS/Azure/GCP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19272"/>
            <a:ext cx="146304" cy="146304"/>
          </a:xfrm>
          <a:prstGeom prst="rect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与云自有数仓（Redshift/BigQuery）竞争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78224"/>
            <a:ext cx="146304" cy="146304"/>
          </a:xfrm>
          <a:prstGeom prst="rect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 Databricks 争夺数据平台心智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37176"/>
            <a:ext cx="146304" cy="146304"/>
          </a:xfrm>
          <a:prstGeom prst="rect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上接 BI、AI、应用生态做分发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96128"/>
            <a:ext cx="146304" cy="146304"/>
          </a:xfrm>
          <a:prstGeom prst="rect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中立定位是相对云厂商的差异点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挑战与判断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云厂商既是房东也是对手，毛利受挤压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19272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Databricks 在 AI/ML 场景强势竞争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078224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消费式定价下成本透明度受客户关注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37176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需从「分析」延伸到「AI + 应用」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596128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数据引力 + 共享网络仍是核心护城河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07 客户与场景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数据云服务的典型行业与落地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09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Snowflake 的统一数据底座，落到各行业的分析、协作与数据共享场景。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金融服务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风控/合规分析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银行/保险统一数据底座做风控、报表与合规分析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零售/快消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需求与供应链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整合销售/库存数据做预测，并共享给供应商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医疗健康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跨机构协作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在治理边界内做跨机构数据协作与分析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媒体/广告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数据洁净室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Data Clean Room 跨方协作而不泄露原始数据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08 竞争格局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数据平台层的多方争夺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10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Snowflake 上有云自带数仓夹击，侧有 Databricks 相向竞争，下有传统数仓存量待替换。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Databricks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湖仓 + AI 原生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从工程/ML 侧相向竞争，AI 原生是其优势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云自带数仓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BigQuery/Redshift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云厂商原生数仓，价格与集成优势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传统数仓/BI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Teradata/Oracle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被替代的存量，Snowflake 以易用 + 弹性取代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Snowflake 定位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易用+中立+共享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托管易用 + 多云中立 + 数据共享网络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09 演进路线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从云数仓到 Agentic 数据云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11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2012-2014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云数仓起步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存算分离架构，重新定义云数据仓库</a:t>
            </a:r>
          </a:p>
        </p:txBody>
      </p:sp>
      <p:sp>
        <p:nvSpPr>
          <p:cNvPr id="15" name="Oval 14"/>
          <p:cNvSpPr/>
          <p:nvPr/>
        </p:nvSpPr>
        <p:spPr>
          <a:xfrm>
            <a:off x="1748790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48790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555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0148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0148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0148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2019+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148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数据云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1316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数据共享/Marketplace，从存数据到流通网络</a:t>
            </a:r>
          </a:p>
        </p:txBody>
      </p:sp>
      <p:sp>
        <p:nvSpPr>
          <p:cNvPr id="23" name="Oval 22"/>
          <p:cNvSpPr/>
          <p:nvPr/>
        </p:nvSpPr>
        <p:spPr>
          <a:xfrm>
            <a:off x="4441698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1698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2023-24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Cortex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内置 LLM/向量检索，AI 贴着数据跑</a:t>
            </a:r>
          </a:p>
        </p:txBody>
      </p:sp>
      <p:sp>
        <p:nvSpPr>
          <p:cNvPr id="31" name="Oval 30"/>
          <p:cNvSpPr/>
          <p:nvPr/>
        </p:nvSpPr>
        <p:spPr>
          <a:xfrm>
            <a:off x="7134606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4606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137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55964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55964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5964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未来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5964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Agentic 数据云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7132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Cortex Agent 自主分析，数据成 Agent 燃料</a:t>
            </a:r>
          </a:p>
        </p:txBody>
      </p:sp>
      <p:sp>
        <p:nvSpPr>
          <p:cNvPr id="39" name="Oval 38"/>
          <p:cNvSpPr/>
          <p:nvPr/>
        </p:nvSpPr>
        <p:spPr>
          <a:xfrm>
            <a:off x="9827514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7514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10 风险与粘性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护城河的风险 vs 独特价值与客户粘性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纯数仓定位在 AI 原生时代面临挤压，但数据引力与共享网络的粘性极强。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护城河面临的风险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云厂商既是房东也是对手，毛利受挤压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461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Databricks 在 AI/ML 场景强势竞争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9319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消费式定价下成本透明度受关注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177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需从「分析」延伸到「AI + 应用」否则被绕过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3035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AI 原生时代，纯数仓定位可能被边缘化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独特价值与客户粘性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数据沉淀越多迁移成本越高（数据引力）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2461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近免运维 + SQL 友好，业务用户离不开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9319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数据共享/Marketplace 网络效应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6177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跨组织数据协作一旦建立难以替换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3035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Cortex 让 AI 贴着数据，数据不出域省搬运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数据引力 + 共享网络让「数据进来就出不去」，这是 Snowflake 最强的粘性。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STRATEGIC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三个必须记住的判断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Snowflake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易用 + 消费式是增长底盘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低门槛上手 + 用量计费，让收入随数据被用得越多而增长。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Agentic 抬高消费天花板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Agent 成为数据的超级消费者，把用量从「人力上限」推向「任务量驱动」。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护城河在数据引力与共享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数据沉淀的迁移成本 + Marketplace 网络效应，是真正的壁垒。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数据的引力，就是平台的护城河。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让数据即取即用、可被共享，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Snowflake 用易用性与网络效应，守住数据平台层的入口。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Snowflake · 数据平台层分析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