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097280"/>
            <a:ext cx="1371600" cy="13716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2377440"/>
            <a:ext cx="2194560" cy="2194560"/>
          </a:xfrm>
          <a:prstGeom prst="ellipse">
            <a:avLst/>
          </a:prstGeom>
          <a:noFill/>
          <a:ln w="16510">
            <a:solidFill>
              <a:srgbClr val="2A4D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4023360"/>
            <a:ext cx="1737360" cy="17373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493776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B8E0"/>
                </a:solidFill>
                <a:latin typeface="Microsoft YaHei"/>
              </a:rPr>
              <a:t>AI 产业六层模型 · 能源层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6949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亚马逊 AWS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Microsoft YaHei"/>
              </a:rPr>
              <a:t>的能源策略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5B6B7B"/>
                </a:solidFill>
                <a:latin typeface="Microsoft YaHei"/>
              </a:rPr>
              <a:t>从 </a:t>
            </a:r>
            <a:r>
              <a:rPr sz="1900" b="1" i="0">
                <a:solidFill>
                  <a:srgbClr val="F59E0B"/>
                </a:solidFill>
                <a:latin typeface="Microsoft YaHei"/>
              </a:rPr>
              <a:t>绿电采购、核电绑定到能效自研</a:t>
            </a:r>
            <a:r>
              <a:rPr sz="1900" b="0" i="0">
                <a:solidFill>
                  <a:srgbClr val="5B6B7B"/>
                </a:solidFill>
                <a:latin typeface="Microsoft YaHei"/>
              </a:rPr>
              <a:t> 看 AI 时代的能源护城河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937760"/>
            <a:ext cx="4206240" cy="15240"/>
          </a:xfrm>
          <a:prstGeom prst="rect">
            <a:avLst/>
          </a:prstGeom>
          <a:solidFill>
            <a:srgbClr val="335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电力正成为算力规模的硬约束 ——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谁锁定能源，谁就锁定了 AI 的产能上限。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E849B"/>
                </a:solidFill>
                <a:latin typeface="Microsoft YaHei"/>
              </a:rPr>
              <a:t>chenliang  · 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目录 · 分析框架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02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能源层 · 亚马逊 AWS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63040"/>
            <a:ext cx="82296" cy="890625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463040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B6EF3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463040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背景判断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609344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463040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为什么能源是 AI 的硬约束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463393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463393"/>
            <a:ext cx="82296" cy="890625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463393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4B8A6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463393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策略全景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609697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463393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AWS 的三条能源主线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463747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463747"/>
            <a:ext cx="82296" cy="890625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463747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7C5CFF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463747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商业模式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3610051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3463747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能源如何服务于云的规模与毛利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64100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4464100"/>
            <a:ext cx="82296" cy="890625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464100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59E0B"/>
                </a:solidFill>
                <a:latin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464100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产业护城河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4610404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4464100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四道能源壁垒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464454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5464454"/>
            <a:ext cx="82296" cy="890625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464454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46A5E"/>
                </a:solidFill>
                <a:latin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5464454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风险与判断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5610758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5464454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约束、风险与关键结论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01 背景判断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AI 时代，电力成为算力的硬约束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03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能源层 · 亚马逊 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训练与推理的本质，是把电力转化为智能；当芯片不再是唯一瓶颈，电力与散热成为新的天花板。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能耗激增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单园区 GW 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超大规模 AI 数据中心单体功率迈向吉瓦级，逼近区域电网上限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供给紧张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电网排队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并网周期长、变电容量不足，电力可得性决定建站速度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成本结构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电费即成本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电价直接影响单位算力成本与云毛利，能效成为竞争力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可持续压力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碳中和承诺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气候承诺与监管要求绿电占比，倒逼能源结构升级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02 策略全景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AWS 的能源策略：三条主线 + 一个底座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04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能源层 · 亚马逊 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亚马逊是全球最大的企业级可再生能源采购方之一，并以《气候承诺》锚定 2040 净零目标。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主线一 · 绿电规模采购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50008"/>
            <a:ext cx="4572000" cy="15407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以长期购电协议（PPA）大规模锁定风电、光伏，构筑全球最大企业绿电组合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主线二 · 核电与新核能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50008"/>
            <a:ext cx="4572000" cy="15407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绑定核电数据中心、投资小型模块化反应堆（SMR），追求 7×24 稳定零碳电力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主线三 · 能效自研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78324"/>
            <a:ext cx="4572000" cy="15407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自研 Trainium/Inferentia 芯片 + 定制供电与液冷，持续压低 PUE 与单位算力能耗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底座 · 选址与自建电力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878324"/>
            <a:ext cx="4572000" cy="15407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围绕电力与气候选址，自建/直连电源，把能源纳入基础设施自主可控范围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03 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能源如何服务于云的规模与毛利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05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能源层 · 亚马逊 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能源对 AWS 不是成本中心，而是云业务规模与利润的杠杆 —— 越早锁定廉价稳定的电，越能扩张产能、压低价格。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能源 → 产能 → 营收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电力可得性决定数据中心能建多少、建多快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锁定低价长协电，扩大可售算力供给上限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稳定零碳电支撑高密度 AI 集群持续满载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绿电资质成为赢得大客户与合规订单的前提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B6EF3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垂直整合 → 毛利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自研芯片 + 定制供电 + 液冷，全栈压成本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能效优势转化为更低单位算力价格或更高毛利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把上游能源风险内部化，平滑电价波动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能源与基础设施自主，减少对外部供给依赖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AWS 把能源做成「可控的基础设施变量」，用规模采购 + 垂直整合，将电力转化为云的产能与价格竞争力。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04 产业护城河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AWS 能源策略的四道壁垒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06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能源层 · 亚马逊 AWS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827657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82765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规模采购壁垒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全球最大级别的绿电组合 + 资本实力，长协价格与供给量是中小玩家无法复制的。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59202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123819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238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759202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供给锁定壁垒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923794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759202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核电绑定 + SMR 投资 + 长期 PPA，提前锁定未来十年的稳定零碳电力。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55364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419981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41998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055364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能效技术壁垒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219956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055364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自研芯片 + 定制供电 + 液冷，持续领先的 PUE 与单位算力能耗形成成本剪刀差。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351526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716143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71614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351526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选址与并网壁垒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5516118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5351526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围绕电力/气候的全球选址与电网协同能力，决定 AI 产能的扩张速度。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05 风险与判断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约束、风险与机会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07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能源层 · 亚马逊 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能源既是 AWS 的护城河，也是其最大的外部不确定性。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46A5E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风险与约束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电网并网周期长，制约扩张节奏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319272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55264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核电/SMR 落地周期长、监管不确定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078224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014216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绿电间歇性，需储能/核电补足基荷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837176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773168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碳中和承诺与 AI 高耗能的内在张力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596128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532120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电价上行侵蚀云毛利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78308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机会与判断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496312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能源即算力上游，先锁定者先赢产能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319272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255264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零碳电力成为大客户合规刚需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078224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4014216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能效自研持续放大单位算力成本优势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837176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773168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向「能源 + 算力一体化」基础设施演进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5596128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532120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能源能力成为云竞争的新维度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STRATEGIC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三个必须记住的判断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08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能源层 · 亚马逊 AWS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2043684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0436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能源是 AI 新瓶颈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竞争焦点从「有没有芯片」延伸到「有没有电」，能源决定算力产能上限。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91256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7719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7719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191256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锁定即护城河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355848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191256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AWS 以规模采购 + 核电绑定 + 能效自研，把能源做成难以复制的结构性优势。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19472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5500116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55001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919472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能源服务于云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5084064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919472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能源最终是为云的产能、价格与毛利服务的杠杆，而非孤立的 ESG 叙事。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5B8E0"/>
                </a:solidFill>
                <a:latin typeface="Microsoft YaHe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锁定能源，就是锁定算力的未来。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当电力成为 AI 的硬约束，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能源策略不再是成本科目，而是 AWS 最深的产业护城河之一。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75504" y="4800600"/>
            <a:ext cx="1828800" cy="25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亚马逊 AWS · 能源层分析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7E93AB"/>
                </a:solidFill>
                <a:latin typeface="Microsoft YaHei"/>
              </a:rPr>
              <a:t>chenliang  ·  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