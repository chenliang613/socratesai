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能源层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亚马逊 AWS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的能源策略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从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绿电采购、核电绑定到能效自研</a:t>
            </a:r>
            <a:r>
              <a:rPr sz="1900" b="0" i="0">
                <a:solidFill>
                  <a:srgbClr val="5B6B7B"/>
                </a:solidFill>
                <a:latin typeface="Microsoft YaHei"/>
              </a:rPr>
              <a:t> 看 AI 时代的能源护城河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电力正成为算力规模的硬约束 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谁锁定能源，谁就锁定了 AI 的产能上限。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44602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背景判断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为什么能源是 AI 的硬约束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018792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018792"/>
            <a:ext cx="82296" cy="44602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018792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018792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策略全景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165096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018792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AWS 的三条能源主线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574544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2574544"/>
            <a:ext cx="82296" cy="44602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574544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2574544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720848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2574544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能源如何服务于云的规模与毛利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130296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3130296"/>
            <a:ext cx="82296" cy="44602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130296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130296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3276600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130296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四道能源壁垒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3686048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3686048"/>
            <a:ext cx="82296" cy="446024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686048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686048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风险与判断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3832352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3686048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约束、风险与关键结论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41800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4241800"/>
            <a:ext cx="82296" cy="44602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4241800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241800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客户与场景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4388104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4241800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AI 训练/推理是最大受益场景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4797552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7240" y="4797552"/>
            <a:ext cx="82296" cy="44602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4797552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797552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竞争格局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943856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4797552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云巨头的能源军备竞赛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353304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" y="5353304"/>
            <a:ext cx="82296" cy="44602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5353304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5353304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演进路线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5499608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5353304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绿电 → 核电 → 能源算力一体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5909056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77240" y="5909056"/>
            <a:ext cx="82296" cy="446024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5909056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5909056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风险与粘性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74920" y="6055360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5909056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护城河风险 vs 客户粘性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背景判断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AI 时代，电力成为算力的硬约束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训练与推理的本质，是把电力转化为智能；当芯片不再是唯一瓶颈，电力与散热成为新的天花板。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能耗激增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单园区 GW 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超大规模 AI 数据中心单体功率迈向吉瓦级，逼近区域电网上限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供给紧张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电网排队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并网周期长、变电容量不足，电力可得性决定建站速度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成本结构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电费即成本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电价直接影响单位算力成本与云毛利，能效成为竞争力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可持续压力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碳中和承诺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气候承诺与监管要求绿电占比，倒逼能源结构升级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策略全景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AWS 的能源策略：三条主线 + 一个底座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亚马逊是全球最大的企业级可再生能源采购方之一，并以《气候承诺》锚定 2040 净零目标。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主线一 · 绿电规模采购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350008"/>
            <a:ext cx="4572000" cy="1540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以长期购电协议（PPA）大规模锁定风电、光伏，构筑全球最大企业绿电组合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主线二 · 核电与新核能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50008"/>
            <a:ext cx="4572000" cy="1540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绑定核电数据中心、投资小型模块化反应堆（SMR），追求 7×24 稳定零碳电力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主线三 · 能效自研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78324"/>
            <a:ext cx="4572000" cy="1540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自研 Trainium/Inferentia 芯片 + 定制供电与液冷，持续压低 PUE 与单位算力能耗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底座 · 选址与自建电力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878324"/>
            <a:ext cx="4572000" cy="1540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围绕电力与气候选址，自建/直连电源，把能源纳入基础设施自主可控范围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能源如何服务于云的规模与毛利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能源对 AWS 不是成本中心，而是云业务规模与利润的杠杆 —— 越早锁定廉价稳定的电，越能扩张产能、压低价格。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能源 → 产能 → 营收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电力可得性决定数据中心能建多少、建多快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锁定低价长协电，扩大可售算力供给上限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稳定零碳电支撑高密度 AI 集群持续满载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绿电资质成为赢得大客户与合规订单的前提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B6EF3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垂直整合 → 毛利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自研芯片 + 定制供电 + 液冷，全栈压成本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能效优势转化为更低单位算力价格或更高毛利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把上游能源风险内部化，平滑电价波动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能源与基础设施自主，减少对外部供给依赖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AWS 把能源做成「可控的基础设施变量」，用规模采购 + 垂直整合，将电力转化为云的产能与价格竞争力。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AWS 能源策略的四道壁垒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827657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82765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规模采购壁垒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全球最大级别的绿电组合 + 资本实力，长协价格与供给量是中小玩家无法复制的。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59202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123819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1238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759202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供给锁定壁垒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923794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2759202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核电绑定 + SMR 投资 + 长期 PPA，提前锁定未来十年的稳定零碳电力。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5364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419981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41998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055364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能效技术壁垒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219956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5364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自研芯片 + 定制供电 + 液冷，持续领先的 PUE 与单位算力能耗形成成本剪刀差。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351526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716143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71614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351526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选址与并网壁垒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5516118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5351526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围绕电力/气候的全球选址与电网协同能力，决定 AI 产能的扩张速度。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风险与判断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约束、风险与机会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能源既是 AWS 的护城河，也是其最大的外部不确定性。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风险与约束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电网并网周期长，制约扩张节奏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核电/SMR 落地周期长、监管不确定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绿电间歇性，需储能/核电补足基荷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碳中和承诺与 AI 高耗能的内在张力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电价上行侵蚀云毛利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机会与判断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能源即算力上游，先锁定者先赢产能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零碳电力成为大客户合规刚需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能效自研持续放大单位算力成本优势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向「能源 + 算力一体化」基础设施演进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能源能力成为云竞争的新维度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06 客户与场景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能源护城河服务的典型负载与落地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能源能力最终落到「谁在用电、用电做什么」—— AI 训练与推理是 AWS 能源策略的最大受益场景。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前沿大模型训练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GW 级集群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Anthropic 等在 AWS 训练前沿模型，需稳定零碳基荷支撑超大集群满载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规模化 AI 推理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7×24 负载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推理常态化运行，能效（PUE）直接决定单位 token 成本与毛利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核电数据中心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核电园区直连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在核电站旁建数据中心，直连零碳基荷电，绕开电网瓶颈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合规型企业上云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绿电资质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金融/制造等出于碳披露要求，优先选择有绿电承诺的云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07 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超大规模云的能源军备竞赛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09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能源已成为云巨头的新战场，各家以不同方式抢锁稳定零碳电。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微软 Microsoft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核电重启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绑定三里岛核电重启、投资核聚变，激进锁定零碳基荷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谷歌 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24/7 无碳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提出 24/7 无碳能源目标，下单 Kairos SMR 小型核反应堆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Meta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绿电 + 核电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超大规模绿电 PPA，并发起核电采购招标补基荷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AWS 的位置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全栈自控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最大绿电组合 + 核电园区 + 自研芯片能效，三线并进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08 演进路线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从绿电采购到能源—算力一体化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10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绿电起步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大规模风光长协（PPA），成为最大企业绿电采购方</a:t>
            </a:r>
          </a:p>
        </p:txBody>
      </p:sp>
      <p:sp>
        <p:nvSpPr>
          <p:cNvPr id="15" name="Oval 14"/>
          <p:cNvSpPr/>
          <p:nvPr/>
        </p:nvSpPr>
        <p:spPr>
          <a:xfrm>
            <a:off x="1748790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48790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4B8A6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5556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0148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0148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0148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~2024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核电绑定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1316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收购/绑定核电数据中心园区，锁定稳定零碳基荷</a:t>
            </a:r>
          </a:p>
        </p:txBody>
      </p:sp>
      <p:sp>
        <p:nvSpPr>
          <p:cNvPr id="23" name="Oval 22"/>
          <p:cNvSpPr/>
          <p:nvPr/>
        </p:nvSpPr>
        <p:spPr>
          <a:xfrm>
            <a:off x="4441698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B6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698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B6EF3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63056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2025+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3056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新核能投资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投资 SMR 小型模块化反应堆，布局下一代基荷电</a:t>
            </a:r>
          </a:p>
        </p:txBody>
      </p:sp>
      <p:sp>
        <p:nvSpPr>
          <p:cNvPr id="31" name="Oval 30"/>
          <p:cNvSpPr/>
          <p:nvPr/>
        </p:nvSpPr>
        <p:spPr>
          <a:xfrm>
            <a:off x="7134606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4606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5CFF"/>
                </a:solidFill>
                <a:latin typeface="Microsoft YaHe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91372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55964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55964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5964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未来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5964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能源算力一体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7132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能源 + 算力一体化基础设施，能源纳入自主可控</a:t>
            </a:r>
          </a:p>
        </p:txBody>
      </p:sp>
      <p:sp>
        <p:nvSpPr>
          <p:cNvPr id="39" name="Oval 38"/>
          <p:cNvSpPr/>
          <p:nvPr/>
        </p:nvSpPr>
        <p:spPr>
          <a:xfrm>
            <a:off x="9827514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7514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09 风险与粘性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护城河的风险 vs 独特价值与客户粘性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11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能源护城河面临外部不确定性，但稳定零碳电带来的客户粘性难以替代。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护城河面临的风险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电网并网周期长，制约扩张节奏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2461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核电/SMR 落地慢、监管不确定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9319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绿电间歇性，需储能/核电补基荷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6177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碳承诺与 AI 高耗能的内在张力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3035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电价上行直接侵蚀云毛利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独特价值与客户粘性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稳定零碳电 = 大客户合规刚需，难替代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2461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能效自研 → 更低单位算力价格，客户无迁移动力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39319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电力可得性 = 产能，先锁定者锁定供给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6177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能源 + 基础设施全栈，客户无需自建电力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3035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规模采购的价格优势，中小云无法复制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能源护城河的粘性，在于把「稳定、廉价、零碳的电」变成客户自己拿不到的供给。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能源层 · 亚马逊 AWS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能源是 AI 新瓶颈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竞争焦点从「有没有芯片」延伸到「有没有电」，能源决定算力产能上限。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锁定即护城河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AWS 以规模采购 + 核电绑定 + 能效自研，把能源做成难以复制的结构性优势。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能源服务于云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能源最终是为云的产能、价格与毛利服务的杠杆，而非孤立的 ESG 叙事。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锁定能源，就是锁定算力的未来。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当电力成为 AI 的硬约束，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能源策略不再是成本科目，而是 AWS 最深的产业护城河之一。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亚马逊 AWS · 能源层分析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