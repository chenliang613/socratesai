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数据平台层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Databricks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的湖仓 + AI 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从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湖仓一体、开源生态到自有模型</a:t>
            </a:r>
            <a:r>
              <a:rPr sz="1900" b="0" i="0">
                <a:solidFill>
                  <a:srgbClr val="5B6B7B"/>
                </a:solidFill>
                <a:latin typeface="Microsoft YaHei"/>
              </a:rPr>
              <a:t> 看数据 + AI 一体化护城河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数据与 AI 不该分家 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湖仓一体 + AI 原生，让数据直接长出智能。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公司定位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湖仓一体 + AI 原生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63216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963216"/>
            <a:ext cx="82296" cy="39044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963216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1963216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商业模式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109520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963216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数据 + AI 一体化平台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463393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463393"/>
            <a:ext cx="82296" cy="390448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463393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5B8E0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463393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模式对比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609697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463393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传统 vs Agentic 的业务跃迁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96357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2963570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96357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296357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AI 战略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310987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296357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从数据到自有模型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46374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3463747"/>
            <a:ext cx="82296" cy="3904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46374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46374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产业护城河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61005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46374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开放湖仓 · AI 原生 · 开源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96392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963924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6392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396392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分工与竞争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411022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396392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vs Snowflake 与关键判断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46410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77240" y="446410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46410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46410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客户与场景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461040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446410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互联网 · 金融 · 制造 · GenAI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496427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964277"/>
            <a:ext cx="82296" cy="39044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496427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96427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竞争格局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4920" y="511058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496427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Snowflake · 云 ML 平台 · 工具链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546445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7240" y="5464454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546445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546445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演进路线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4920" y="561075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546445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Spark → 湖仓 → 自有模型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" y="5964631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964631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964631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5964631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风险与粘性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6110935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5964631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护城河风险 vs 客户粘性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公司定位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Databricks：湖仓一体 + AI 原生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由 Apache Spark 创始团队创立，以「湖仓一体（Lakehouse）」统一数据工程、分析与 AI。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基因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Spark 创始团队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源自大数据/ML 工程，天然贴近 AI/数据科学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Lakehouse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Delta Lake 统一数据湖的灵活与数仓的可靠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人群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工程师/数据科学家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服务数据工程、ML 工程与 AI 开发者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主张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 + AI 一体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在同一平台完成从数据到模型的全流程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数据 + AI 一体化平台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Databricks 同样采用消费式计费（DBU），但定位是「数据 + AI 全流程平台」而非单一数仓。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消费式定价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按 DBU（计算用量）计费，弹性付费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覆盖数据工程、分析、ML、AI 全流程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用量随数据 + AI 负载共同增长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企业级治理（Unity Catalog）增值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一体化增长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数据工程 → 分析 → ML → GenAI 一站式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减少多工具拼接，提升平台粘性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开源（Spark/Delta/MLflow）引流转化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AI 负载成为新的用量增长极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用「一个平台覆盖数据到 AI 全流程」降低拼接成本，让数据团队与 AI 团队在同一底座协作。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模式对比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传统模式 vs Agentic 模式：数据 + AI 作业方式的跃迁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数据与 AI 的生产方式，正从「工程师手写管道与模型」转向「Agent 自主编排全流程」——作业主体与平台用量被一并重构。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5B6B7B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传统模式 · 人建管道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工程师手写 notebook、调 pipeline、训模型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461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人编排 ETL → 分析 → ML → GenAI 全流程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319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消费随「数据团队手动作业量」增长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177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用量受限于工程师/数据科学家人数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3035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价值锚定在「人构建数据与 AI 产物」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Agentic 模式 · Agent 建管道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Mosaic AI Agent / Genie 自主编排与生成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461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Agent 自动跑 ETL、训练、评估、串流程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9319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消费随「Agent 任务量」放大，DBU 激增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6177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用量天花板被打开，不再受限于人力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3035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价值锚定在「Agent 自动产出数据与 AI 成果」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Agent 成为数据 + AI 全流程的「自主作业者」—— 在同一湖仓底座上并发跑管道与模型，把一体化平台的用量天花板进一步抬高。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AI 战略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从「跑别人的模型」到「造自己的模型」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Databricks 通过收购 MosaicML 切入模型训练，主张企业用自有数据低成本定制专属模型。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Mosaic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训练/定制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收购 MosaicML，支持企业低成本训练专属模型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DBRX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开放模型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推出开放权重模型，强化 AI 原生心智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MLflow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全生命周期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开源 MLOps 标准，管理模型实验到部署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Unity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统一治理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数据 + 模型 + AI 资产的统一权限与血缘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产业护城河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Databricks 的四道壁垒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827657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82765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开放湖仓壁垒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Delta Lake 等开放格式，避免厂商锁定，赢得工程团队信任。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59202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123819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238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59202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AI/ML 原生壁垒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923794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759202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从数据到模型的全流程能力，在 GenAI 时代天然占位。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55364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419981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41998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55364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开源生态壁垒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19956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55364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Spark / Delta / MLflow 的广泛采用，构成事实标准与人才基础。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51526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716143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7161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351526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一体化粘性壁垒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516118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351526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数据 + AI 一站式 + 统一治理，迁移与替换成本高。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06 分工与竞争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vs Snowflake：定位差异与判断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Databricks 与 Snowflake 同处数据平台层，但切入人群与哲学不同，正面向对方腹地扩张。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7C5CFF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分工与差异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面向工程师/数据科学家（vs 分析师/SQL）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19272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开放湖仓架构（vs 托管数仓体验）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78224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AI/ML 原生（vs 分析起家后补 AI）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37176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同样多云，租用超大规模云基础设施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96128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自有模型能力（MosaicML）是差异点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挑战与判断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 Snowflake 双向入侵、正面交锋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19272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云厂商既是底座也是竞争者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78224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易用性需向业务用户进一步下沉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37176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开源养生态但需平衡商业化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96128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AI 原生 + 自有模型是长期胜负手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07 客户与场景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湖仓 + AI 服务的典型行业与落地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Databricks 贴近数据工程与 AI 团队，落到大规模数据处理与模型定制场景。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互联网/科技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 + ML 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用 Spark/湖仓做大规模数据工程与 ML 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金融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风控建模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数据科学团队做风控/反欺诈模型全流程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制造/物联网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实时 + 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海量传感器数据做预测性维护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企业 GenAI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自有模型定制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用自有数据（Mosaic AI）定制专属模型/RAG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08 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数据 + AI 平台的多方争夺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10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Databricks 侧有 Snowflake 相向竞争，上有云 ML 平台夹击，并与数据工具链既合作又重叠。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Snowflake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数据云/托管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从分析师/SQL 侧相向竞争，易用性是其优势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云 ML 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SageMaker/Vertex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云厂商自带 ML 平台，集成与算力优势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数据基础设施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Confluent/dbt 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上下游工具，既合作又部分重叠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Databricks 定位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湖仓+开放+AI原生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开放湖仓 + 开源生态 + 自有模型能力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09 演进路线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 Spark 到 Agentic 数据 +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Spark 商业化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Spark 创始团队成立，商业化大数据处理</a:t>
            </a:r>
          </a:p>
        </p:txBody>
      </p:sp>
      <p:sp>
        <p:nvSpPr>
          <p:cNvPr id="15" name="Oval 14"/>
          <p:cNvSpPr/>
          <p:nvPr/>
        </p:nvSpPr>
        <p:spPr>
          <a:xfrm>
            <a:off x="1748790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48790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555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0148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0148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0148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148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湖仓一体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1316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提出 Lakehouse，Delta Lake 统一湖与仓</a:t>
            </a:r>
          </a:p>
        </p:txBody>
      </p:sp>
      <p:sp>
        <p:nvSpPr>
          <p:cNvPr id="23" name="Oval 22"/>
          <p:cNvSpPr/>
          <p:nvPr/>
        </p:nvSpPr>
        <p:spPr>
          <a:xfrm>
            <a:off x="4441698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1698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2023-24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自有模型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收购 MosaicML，推 DBRX，切入模型训练</a:t>
            </a:r>
          </a:p>
        </p:txBody>
      </p:sp>
      <p:sp>
        <p:nvSpPr>
          <p:cNvPr id="31" name="Oval 30"/>
          <p:cNvSpPr/>
          <p:nvPr/>
        </p:nvSpPr>
        <p:spPr>
          <a:xfrm>
            <a:off x="7134606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4606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137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55964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55964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5964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未来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5964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Agentic 数据+AI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7132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Agent 自主跑全流程，Genie 对话式分析</a:t>
            </a:r>
          </a:p>
        </p:txBody>
      </p:sp>
      <p:sp>
        <p:nvSpPr>
          <p:cNvPr id="39" name="Oval 38"/>
          <p:cNvSpPr/>
          <p:nvPr/>
        </p:nvSpPr>
        <p:spPr>
          <a:xfrm>
            <a:off x="9827514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7514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10 风险与粘性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护城河的风险 vs 独特价值与客户粘性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与 Snowflake 正面交锋、云厂商夹击，但一体化 + 统一治理 + 开源生态的粘性极强。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护城河面临的风险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 Snowflake 双向入侵、正面交锋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461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云厂商既是底座也是竞争者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319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易用性需向业务用户进一步下沉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177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开源养生态但需平衡商业化变现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3035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模型训练投入大，回报周期长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独特价值与客户粘性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 + AI 一站式，减少多工具拼接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461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Unity Catalog 统一治理，资产血缘锁定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9319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开源（Spark/Delta/MLflow）= 人才与标准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6177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工程/ML 团队习惯沉淀，迁移成本高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3035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自有数据定制模型，深度绑定客户数据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一体化粘性：把数据到模型的全流程 + 统一治理收进一个平台，换平台 = 换整套工作流。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STRATEGIC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三个必须记住的判断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数据平台层 · Databricks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AI 原生是先发优势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从 Spark/ML 起家，Databricks 在数据 + AI 一体化上天然占位。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Agentic 放大平台用量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Agent 自主跑数据 + AI 全流程，把 DBU 用量从「人力上限」推向「任务量驱动」。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开放对抗锁定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开放湖仓 + 开源生态，是其对抗托管型对手与云厂商的核心武器。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让数据直接长出智能。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湖仓一体 + AI 原生 + 开源生态，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Databricks 把「数据到模型」收进一个平台，构筑一体化护城河。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Databricks · 数据平台层分析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