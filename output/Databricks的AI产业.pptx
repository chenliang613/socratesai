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数据平台层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Databricks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的湖仓 + AI 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从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湖仓一体、开源生态到自有模型</a:t>
            </a:r>
            <a:r>
              <a:rPr sz="1900" b="0" i="0">
                <a:solidFill>
                  <a:srgbClr val="5B6B7B"/>
                </a:solidFill>
                <a:latin typeface="Microsoft YaHei"/>
              </a:rPr>
              <a:t> 看数据 + AI 一体化护城河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数据与 AI 不该分家 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湖仓一体 + AI 原生，让数据直接长出智能。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890625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公司定位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湖仓一体 + AI 原生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463393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463393"/>
            <a:ext cx="82296" cy="890625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463393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463393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609697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463393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数据 + AI 一体化平台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63747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463747"/>
            <a:ext cx="82296" cy="890625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463747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463747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AI 战略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610051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3463747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从数据到自有模型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464100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464100"/>
            <a:ext cx="82296" cy="890625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464100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464100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4610404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4464100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开放湖仓 · AI 原生 · 开源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464454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5464454"/>
            <a:ext cx="82296" cy="890625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464454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5464454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分工与竞争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5610758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5464454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vs Snowflake 与关键判断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公司定位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Databricks：湖仓一体 + AI 原生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由 Apache Spark 创始团队创立，以「湖仓一体（Lakehouse）」统一数据工程、分析与 AI。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基因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Spark 创始团队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源自大数据/ML 工程，天然贴近 AI/数据科学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架构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Lakehouse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Delta Lake 统一数据湖的灵活与数仓的可靠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人群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工程师/数据科学家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服务数据工程、ML 工程与 AI 开发者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主张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数据 + AI 一体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在同一平台完成从数据到模型的全流程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数据 + AI 一体化平台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Databricks 同样采用消费式计费（DBU），但定位是「数据 + AI 全流程平台」而非单一数仓。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消费式定价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按 DBU（计算用量）计费，弹性付费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覆盖数据工程、分析、ML、AI 全流程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用量随数据 + AI 负载共同增长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企业级治理（Unity Catalog）增值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B6EF3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一体化增长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数据工程 → 分析 → ML → GenAI 一站式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减少多工具拼接，提升平台粘性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开源（Spark/Delta/MLflow）引流转化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AI 负载成为新的用量增长极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用「一个平台覆盖数据到 AI 全流程」降低拼接成本，让数据团队与 AI 团队在同一底座协作。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AI 战略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从「跑别人的模型」到「造自己的模型」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Databricks 通过收购 MosaicML 切入模型训练，主张企业用自有数据低成本定制专属模型。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Mosaic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训练/定制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收购 MosaicML，支持企业低成本训练专属模型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DBRX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开放模型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推出开放权重模型，强化 AI 原生心智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MLflow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全生命周期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开源 MLOps 标准，管理模型实验到部署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Unity Catalog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统一治理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数据 + 模型 + AI 资产的统一权限与血缘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Databricks 的四道壁垒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827657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82765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开放湖仓壁垒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Delta Lake 等开放格式，避免厂商锁定，赢得工程团队信任。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59202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123819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1238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759202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AI/ML 原生壁垒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923794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2759202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从数据到模型的全流程能力，在 GenAI 时代天然占位。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5364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419981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41998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055364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开源生态壁垒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219956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5364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Spark / Delta / MLflow 的广泛采用，构成事实标准与人才基础。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351526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716143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71614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351526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一体化粘性壁垒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5516118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5351526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数据 + AI 一站式 + 统一治理，迁移与替换成本高。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分工与竞争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vs Snowflake：定位差异与判断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Databricks 与 Snowflake 同处数据平台层，但切入人群与哲学不同，正面向对方腹地扩张。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7C5CFF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分工与差异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面向工程师/数据科学家（vs 分析师/SQL）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开放湖仓架构（vs 托管数仓体验）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AI/ML 原生（vs 分析起家后补 AI）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同样多云，租用超大规模云基础设施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自有模型能力（MosaicML）是差异点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挑战与判断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与 Snowflake 双向入侵、正面交锋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云厂商既是底座也是竞争者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易用性需向业务用户进一步下沉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开源养生态但需平衡商业化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AI 原生 + 自有模型是长期胜负手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Databricks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AI 原生是先发优势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从 Spark/ML 起家，Databricks 在数据 + AI 一体化上天然占位。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开放对抗锁定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开放湖仓 + 开源生态，是其对抗托管型对手与云厂商的核心武器。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与 Snowflake 殊途同归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两者从不同人群相向扩张，最终争夺「企业数据 + AI 底座」。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让数据直接长出智能。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湖仓一体 + AI 原生 + 开源生态，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Databricks 把「数据到模型」收进一个平台，构筑一体化护城河。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Databricks · 数据平台层分析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