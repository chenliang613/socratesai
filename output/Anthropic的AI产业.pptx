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AI 产业六层模型 · 模型层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Anthropic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的模型策略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B6B7B"/>
                </a:solidFill>
                <a:latin typeface="Microsoft YaHei"/>
              </a:rPr>
              <a:t>以 </a:t>
            </a:r>
            <a:r>
              <a:rPr sz="1900" b="1" i="0">
                <a:solidFill>
                  <a:srgbClr val="F59E0B"/>
                </a:solidFill>
                <a:latin typeface="Microsoft YaHei"/>
              </a:rPr>
              <a:t>安全为先的前沿模型公司</a:t>
            </a:r>
            <a:r>
              <a:rPr sz="1900" b="0" i="0">
                <a:solidFill>
                  <a:srgbClr val="5B6B7B"/>
                </a:solidFill>
                <a:latin typeface="Microsoft YaHei"/>
              </a:rPr>
              <a:t>，如何构筑能力 × 信任护城河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前沿能力是入场券，安全与信任是差异化 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在企业市场，可靠比惊艳更值钱。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模型层 · 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890625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公司定位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安全为先的前沿模型公司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63393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63393"/>
            <a:ext cx="82296" cy="890625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463393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63393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商业模式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609697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463393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模型即服务 + 多渠道变现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63747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463747"/>
            <a:ext cx="82296" cy="890625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463747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463747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差异化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610051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463747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安全对齐 · 编程 · MCP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464100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464100"/>
            <a:ext cx="82296" cy="890625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64100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464100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产业护城河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610404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464100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能力 × 信任 × 研究 × 算力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464454"/>
            <a:ext cx="10607040" cy="89062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5464454"/>
            <a:ext cx="82296" cy="890625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64454"/>
            <a:ext cx="100584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464454"/>
            <a:ext cx="292608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产业位置与判断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5610758"/>
            <a:ext cx="15240" cy="598017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5464454"/>
            <a:ext cx="5852160" cy="890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依赖、竞合与关键结论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01 公司定位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Anthropic：以安全为先的前沿模型公司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模型层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由前 OpenAI 核心成员创立，以 AI 安全研究为根，打造 Claude 系列前沿模型。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使命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安全可靠的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把「可控、可信」作为研发与产品的第一性约束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Constitutional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以「宪法式」对齐方法训练模型价值与行为边界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Claude 模型族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覆盖对话、推理、编程、长上下文的前沿模型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定位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企业级首选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以可靠性与安全性切入高价值企业与开发者市场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02 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模型即服务 + 多渠道变现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模型层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Anthropic 以「模型能力」为核心资产，通过 API、自有产品与云市场多渠道触达开发者与企业。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变现渠道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API：按 token 调用计费，开发者集成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Claude 订阅：面向个人/团队的产品订阅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Claude Code：面向开发者的编程 Agent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企业版：安全、合规、私有部署等增值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分发网络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AWS Bedrock：借云市场触达企业客户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Google Cloud：多云分发，降低单点依赖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战略投资：亚马逊、谷歌注资 + 算力绑定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生态伙伴：通过平台与集成商扩展触点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本质：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把前沿模型能力封装为可调用、可计费的服务，用「自有产品 + 云市场」双轮触达高价值客户。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03 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三个差异化支点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模型层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在前沿模型同质化竞争中，Anthropic 以安全、编程、协议三处做出区隔。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安全对齐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Constitutional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可解释、可控的对齐方法，赢得强监管行业信任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编程能力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在代码理解与生成上的领先，成为开发者入口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开放协议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推动 Model Context Protocol 成为工具调用标准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311396"/>
            <a:ext cx="5120640" cy="22722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311396"/>
            <a:ext cx="91440" cy="227228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9427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长上下文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51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大窗口推理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5524"/>
            <a:ext cx="4572000" cy="1083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长文档/代码库级上下文，支撑复杂企业任务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04 产业护城河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Anthropic 的四道壁垒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模型层 · 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827657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82765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前沿能力壁垒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持续逼近 SOTA 的模型能力，是参与高端竞争的门票，研发飞轮自我强化。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59202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123819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1238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59202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信任与安全壁垒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923794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759202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安全品牌 + 可靠性，在金融/医疗/法律等强监管市场形成差异化偏好。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55364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4419981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441998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55364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研究与人才壁垒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19956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055364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顶尖对齐与研究团队，稀缺人才聚集形成长期能力护城河。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351526"/>
            <a:ext cx="10607040" cy="118643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716143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7161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351526"/>
            <a:ext cx="274320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算力与资本壁垒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516118"/>
            <a:ext cx="15240" cy="85725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5351526"/>
            <a:ext cx="6492240" cy="11864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与亚马逊、谷歌的算力 + 资本绑定，保障训练所需的稀缺算力。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05 产业位置与判断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依赖、竞合与挑战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模型层 ·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模型层是产业「发动机」，但 Anthropic 上游受制于算力、下游与云既合作又竞争。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依赖与风险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训练算力依赖云伙伴（AWS/Google）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19272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投资方同时是竞争对手（自研模型）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78224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推理成本高，价格战压缩毛利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37176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前沿能力差距可能被快速抹平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596128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安全合规与监管的持续投入压力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7830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4B8A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机会与判断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96312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企业市场对「可信 AI」需求结构性上升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319272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55264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MCP 标准化带来生态主导权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078224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4014216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编程 Agent（Claude Code）打开新增长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837176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773168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向 Agent 基础设施延伸提升客单价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96128"/>
            <a:ext cx="146304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532120"/>
            <a:ext cx="42062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安全定位在监管趋严下愈发稀缺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STRATEGIC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三个必须记住的判断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产业六层模型 · 模型层 · 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2043684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0436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能力是门票，信任是壁垒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前沿能力人人追赶，安全与可靠才是 Anthropic 的差异化护城河。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37719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37719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91256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上游受制于算力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355848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91256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模型层的命门在算力供给，与云的「绑定 + 竞合」是长期主线。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19472"/>
            <a:ext cx="10607040" cy="161848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550011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55001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19472"/>
            <a:ext cx="274320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从模型走向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084064"/>
            <a:ext cx="15240" cy="1289304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919472"/>
            <a:ext cx="6492240" cy="1618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MCP 与 Claude Code 让 Anthropic 从「卖模型」走向「卖会办事的能力」。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能力是门票，信任才是护城河。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当前沿模型走向同质化，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安全、可靠与生态标准，是 Anthropic 在模型层的立身之本。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Anthropic · 模型层分析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chenliang  · 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