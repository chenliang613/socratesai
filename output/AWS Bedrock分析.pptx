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AWS BEDROCK · 云服务详细分析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AWS Bedrock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生成式 AI 平台拆解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模型货架 · 推理电网 · 定制 · 知识 ·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Agent 运行时 · 治理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Bedrock 已从「几个模型前面的一层 API 代理」，长成一个完整的企业 AI 平台：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近百个 Serverless 模型、托管 RAG、Agent 云底座 AgentCore——本报告逐层拆解。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服务概述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Bedrock 是什么：三年演进史与栈中定位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63216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963216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963216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1963216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六层框架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109520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963216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一个 API 之下的 AI 服务分层地图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463393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463393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463393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463393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模型层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609697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463393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近百个 Serverless 模型的货架逻辑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96357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2963570"/>
            <a:ext cx="82296" cy="390448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96357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5B8E0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296357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推理层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310987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296357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五种推理形态与真实定价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46374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3463747"/>
            <a:ext cx="82296" cy="39044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46374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46374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定制层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61005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46374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微调 / 蒸馏 / 自带模型的取舍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96392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963924"/>
            <a:ext cx="82296" cy="3904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6392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396392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知识层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411022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396392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Knowledge Bases：托管 RAG 的全链路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46410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77240" y="446410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46410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46410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Agent 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461040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446410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Agents / Flows / AgentCore 深拆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496427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964277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496427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96427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治理层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4920" y="511058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496427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Guardrails 与企业级信任体系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546445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7240" y="5464454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546445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546445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生态与竞争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4920" y="561075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546445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AWS 内部协同 + 三强对比 + 优劣势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" y="5964631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964631"/>
            <a:ext cx="82296" cy="3904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964631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5964631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关键判断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6110935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5964631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五个必须记住的结论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服务概述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三年演进：从 API 代理到企业 AI 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Bedrock 2023 年 9 月 GA 至今三年，每年完成一次能力跃迁：先聚合模型，再长出 RAG 与治理，最后押注 Agent 运行时。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聚合模型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4 月预览、9 月 GA：统一 API 接入 Anthropic / AI21 / Stability / Titan；年底 Agents、Knowledge Bases 上线</a:t>
            </a:r>
          </a:p>
        </p:txBody>
      </p:sp>
      <p:sp>
        <p:nvSpPr>
          <p:cNvPr id="16" name="Oval 15"/>
          <p:cNvSpPr/>
          <p:nvPr/>
        </p:nvSpPr>
        <p:spPr>
          <a:xfrm>
            <a:off x="1748790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48790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555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0148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0148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0148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148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补齐平台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1316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Guardrails GA、模型评估、Prompt 管理与 Flows；12 月发布自研 Nova 系列与 Bedrock Marketplace（100+ 专业模型）</a:t>
            </a:r>
          </a:p>
        </p:txBody>
      </p:sp>
      <p:sp>
        <p:nvSpPr>
          <p:cNvPr id="24" name="Oval 23"/>
          <p:cNvSpPr/>
          <p:nvPr/>
        </p:nvSpPr>
        <p:spPr>
          <a:xfrm>
            <a:off x="4441698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1698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63056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押注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AgentCore 7 月预览、10 月 GA；re:Invent 一次上新 18 个开源权重模型；Serverless 模型近 100 个</a:t>
            </a:r>
          </a:p>
        </p:txBody>
      </p:sp>
      <p:sp>
        <p:nvSpPr>
          <p:cNvPr id="32" name="Oval 31"/>
          <p:cNvSpPr/>
          <p:nvPr/>
        </p:nvSpPr>
        <p:spPr>
          <a:xfrm>
            <a:off x="7134606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4606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6A5E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137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5964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55964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5964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5964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走向纵深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7132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全托管 Knowledge Base（6 月 GA）、AgentCore Policy / Evaluations / Payments、Agent Registry、强化微调扩展到 GPT-OSS / Qwen3</a:t>
            </a:r>
          </a:p>
        </p:txBody>
      </p:sp>
      <p:sp>
        <p:nvSpPr>
          <p:cNvPr id="40" name="Oval 39"/>
          <p:cNvSpPr/>
          <p:nvPr/>
        </p:nvSpPr>
        <p:spPr>
          <a:xfrm>
            <a:off x="9827514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7514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演进主线：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每一步都在把「模型能力」封装成「运营能力」——模型本身从主角逐渐退居为平台上的可替换部件。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服务概述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AWS 生成式 AI 三层栈：Bedrock 是中间层的唯一承载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AWS 官方将生成式 AI 栈分为三层，服务三类客户。Bedrock 独占中间层，是 AWS 生成式 AI 战略的营收与叙事重心。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259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425952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6"/>
            <a:ext cx="3425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底层 · 基础设施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3425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自己造模型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3023616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EC2 GPU（NVIDIA）、自研 Trainium2 / Inferentia 芯片、SageMaker AI 训练平台；Project Rainier 数十万芯片集群供 Anthropic 训练 Claude——按算力计费</a:t>
            </a:r>
          </a:p>
        </p:txBody>
      </p:sp>
      <p:sp>
        <p:nvSpPr>
          <p:cNvPr id="16" name="Oval 15"/>
          <p:cNvSpPr/>
          <p:nvPr/>
        </p:nvSpPr>
        <p:spPr>
          <a:xfrm>
            <a:off x="2197608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7608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19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7784" y="1783080"/>
            <a:ext cx="34259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67784" y="1783080"/>
            <a:ext cx="3425952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7784" y="1911096"/>
            <a:ext cx="3425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中间层 · Bedrock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7784" y="2203704"/>
            <a:ext cx="3425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用模型造应用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952" y="2880360"/>
            <a:ext cx="3023616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统一 API 聚合多厂商模型 + 定制、RAG、Agent、治理等托管能力；企业开发者的主入口——按 token / 容量计费</a:t>
            </a:r>
          </a:p>
        </p:txBody>
      </p:sp>
      <p:sp>
        <p:nvSpPr>
          <p:cNvPr id="24" name="Oval 23"/>
          <p:cNvSpPr/>
          <p:nvPr/>
        </p:nvSpPr>
        <p:spPr>
          <a:xfrm>
            <a:off x="5788152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2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373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8328" y="1783080"/>
            <a:ext cx="34259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8328" y="1783080"/>
            <a:ext cx="3425952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8328" y="1911096"/>
            <a:ext cx="3425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顶层 · 应用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8328" y="2203704"/>
            <a:ext cx="3425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直接要结果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9496" y="2880360"/>
            <a:ext cx="3023616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Amazon Q Developer / Q Business、Q in Connect 等成品应用，自身构建在 Bedrock 之上——按席位计费</a:t>
            </a:r>
          </a:p>
        </p:txBody>
      </p:sp>
      <p:sp>
        <p:nvSpPr>
          <p:cNvPr id="32" name="Oval 31"/>
          <p:cNvSpPr/>
          <p:nvPr/>
        </p:nvSpPr>
        <p:spPr>
          <a:xfrm>
            <a:off x="9378696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8696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对标关系：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Bedrock ↔ Azure AI Foundry ↔ Google Vertex AI。三家共同的判断：多数企业不会自己训模型，中间层（模型即服务）才是企业预算主入口。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六层框架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Bedrock 内部：一个 API 之下的六层 AI 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611630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611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① 基础模型层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近 100 个 Serverless 模型 + Marketplace 100+ 专业模型：Amazon Nova、Anthropic Claude、Meta Llama、Mistral、DeepSeek、Qwen、OpenAI 开源权重（GPT-OSS）、Google Gemma 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327148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2475738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47573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327148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② 推理服务层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91740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327148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Converse / InvokeModel 统一 API；按需、预置吞吐、批量（五折）、提示词缓存（省 90%）、智能路由、跨区域推理——把推理做成水电煤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91256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333984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33984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191256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③ 模型定制层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355848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191256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微调、强化微调（RFT）、持续预训练、模型蒸馏、自定义模型导入——产出模型仍托管在 Bedrock，数据不出账户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55364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0395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0395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5364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④ 数据知识层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219956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55364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Knowledge Bases 托管 RAG（2026.6 全托管 GA：向量库、嵌入、重排一体）+ Bedrock Data Automation 非结构化数据处理 + GraphRAG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19472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272" y="5068062"/>
            <a:ext cx="457200" cy="457200"/>
          </a:xfrm>
          <a:prstGeom prst="ellipse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06806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919472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⑤ Agent 编排层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084064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919472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Bedrock Agents、多 Agent 协作、Flows 可视化编排；AgentCore（Runtime / Memory / Gateway / Identity / Policy / Evaluations）承接任意框架的生产级 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78358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3272" y="5932170"/>
            <a:ext cx="457200" cy="457200"/>
          </a:xfrm>
          <a:prstGeom prst="ellipse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" y="593217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78358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⑥ 治理安全层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94817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578358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Guardrails 内容护栏（含 Automated Reasoning 可证明校验）、模型评估、水印检测、KMS / PrivateLink / 合规认证——横切所有层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模型层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模型货架：近 100 个 Serverless 模型的「不押注」策略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Bedrock 的第一性选择是「货架而非单一模型」：自研保底价、投资绑旗舰、开源补长尾、Marketplace 收长尾流量——2025 年 12 月一次上架 18 个开源权重模型，为史上最大扩容。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自研 · Amazon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价格锚点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Micro / Lite / Pro / Premier 文本多模态 + Canvas（图）/ Reel（视频）/ Sonic（语音）——以极低单价守住成本敏感场景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旗舰 · Anthropic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能力天花板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AWS 累计投资 80 亿美元；Claude 是 Bedrock 事实旗舰，Opus / Sonnet / Haiku 全系首发同步上架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开源权重阵营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长尾覆盖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Meta Llama、Mistral、DeepSeek、Qwen3、OpenAI GPT-OSS、Google Gemma、Cohere、AI21、Stability——开源模型全托管化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专业模型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100+ 行业与专业模型（医疗、金融、蛋白质、时序…），统一走 Bedrock API 与安全体系，按需拉起专用算力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9976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79976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B8E0"/>
                </a:solidFill>
                <a:latin typeface="Microsoft YaHei"/>
              </a:rPr>
              <a:t>统一接入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一次集成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所有模型共用一套 API / SDK / IAM / 计费，切换模型只改 model ID——选型权与议价权留在客户手里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2712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82712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自定义导入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自带模型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自己微调的 Llama / Mistral / Qwen 架构权重可导入托管，与官方模型同栈运行，Serverless 计费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与 Azure 对照：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Azure 深度绑定 OpenAI 一家，Bedrock 用「模型中立」把模型间的竞争转化为自己的流量——模型会贬值，货架不会。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模型层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双引擎：自研 Nova 守成本，投资 Claude 攻高端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货架需要「锚」。Bedrock 用两个引擎覆盖价格-能力光谱的两端，其余模型填充中间地带。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7C5CFF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Amazon Nova · 自研引擎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Micro $0.035 / Lite $0.06 / Pro $0.80（每百万输入 token）——同档能力下显著低价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多模态全覆盖：文本、图像（Canvas）、视频（Reel）、语音到语音（Sonic）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定制最开放：微调、蒸馏、持续预训练全支持，是定制层的默认底座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战略角色：守住「够用就好」的海量企业场景，防止低端被开源自建分流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Anthropic Claude · 投资引擎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Opus 4.6 $5/$25、Sonnet 4.6 $3/$15、Haiku 4.5 $1/$5（每百万 token 输入/输出）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Bedrock 上事实的旗舰：编码、Agent、长上下文场景的默认选择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AWS 累计投资 80 亿美元；Project Rainier Trainium 集群反哺 Claude 训练——算力换股权换独家性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战略角色：对抗 Azure-OpenAI 组合的能力天花板，撑住高端叙事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组合含义：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Nova 保证「不依赖别人也能开张」，Claude 保证「最好的模型也在我家」——两头都不押死，风险与收益都对冲。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推理层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推理即电网：一套 API，五种供电模式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推理层是 Bedrock 的营收主体。围绕「稳定、便宜、低延迟」提供多种消费形态——类似电网的峰谷电价、包月专线与错峰用电。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统一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Converse / InvokeModel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对话、流式、多模态、工具调用一套接口通吃所有模型；SDK 与 LangChain / LlamaIndex 原生集成；OpenAI 兼容端点降低迁移成本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按需 On-Demand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默认模式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严格按 token 计费、零承诺零最低消费；跨区域推理（Cross-Region）自动分流峰值，全球端点提升可用性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B8E0"/>
                </a:solidFill>
                <a:latin typeface="Microsoft YaHei"/>
              </a:rPr>
              <a:t>预置吞吐 Provisioned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包月专线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按「模型单元」小时计费，1 / 6 个月承诺（约 $21–50/小时/单元）——为生产级稳定流量买确定性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批量 Batch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错峰五折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S3 递交 JSONL 异步处理、24 小时内返回，价格为按需的 50%——评估、打标、批量摘要等离线场景的默认选择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9976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79976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提示词缓存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重复上下文省 90%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缓存命中部分输入价格降至 1/10；长系统提示、多轮对话、RAG 场景收益最大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2712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82712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智能路由 + 低延迟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自动省钱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Intelligent Prompt Routing 按请求难度自动路由到够用的最便宜模型（同族省最高 30%）；Latency-Optimized 推理服务实时场景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电网逻辑：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推理形态越丰富，客户的成本结构就越依赖平台的调度能力——「电网级」运营是超大规模云厂商对模型创业公司的真正壁垒。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推理层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真实定价：token 价格战下的价格光谱（2026）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每百万 token（输入/输出）计价。三个数量级的价格光谱让「模型选型」变成一道成本工程题——这正是智能路由与蒸馏存在的理由。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旗舰档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Claude Opus 4.6 · $5 / $25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Sonnet 4.6 $3/$15；复杂推理、编码、Agent 场景——单位任务价值高，贵得起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主力档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Claude Haiku 4.5 · $1 / $5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Nova Pro $0.80/$3.20；日常对话、摘要、客服——性能价格比的主战场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走量档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Nova Lite · $0.06 / $0.24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Nova Micro $0.035/$0.14；分类、抽取、路由等高频小任务——比旗舰便宜两个数量级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降本组合拳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叠加可省 70%+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批量五折 × 缓存省 90% × 智能路由省 30% × 蒸馏后小模型跑大模型的活——账单优化空间巨大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商业观察：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模型单价三年降了一个数量级，但用量涨得更快——Bedrock 赌的是「杰文斯悖论」：越便宜，用得越多，总盘子越大。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定制层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定制：让通用模型长出企业私有能力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10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定制层解决「通用模型不懂我的业务」。由轻到重五条路径，全部托管化：产出模型留在 Bedrock 内运行，训练数据不出客户账户、不回流基础模型。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B8E0"/>
                </a:solidFill>
                <a:latin typeface="Microsoft YaHei"/>
              </a:rPr>
              <a:t>微调 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轻定制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标注数据调整行为与格式，适配领域术语与输出规范；支持 Nova、Claude Haiku、Llama、GPT-OSS 20B、Qwen3 32B 等；支持在已定制模型上迭代微调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强化微调 RFT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新范式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2026 年扩展到 GPT-OSS / Qwen3：以自动化强化学习工作流对齐业务目标，不需要人工偏好标注团队——定制门槛大幅下降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持续预训练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深定制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海量无标注领域语料继续预训练，让模型「读完」企业的行业文献——医疗、法律、金融等深度领域适配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模型蒸馏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降本利器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大模型（教师）自动生成数据训练小模型（学生），以约 1/5 推理成本获得接近旗舰的领域表现——与走量档定价形成组合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9976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79976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自定义模型导入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自带模型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在 SageMaker 或任何地方训练的开源架构权重导入 Bedrock，Serverless 托管、按需计费——训练自由 + 运维托管两头兼得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2712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82712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与 SageMaker 分界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轻重分流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重度自研训练（自定义架构、大规模预训练）走 SageMaker；「以用为主、轻量定制」留在 Bedrock——两个入口互为漏斗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定制的本质：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把「模型能力差异」转化为「数据资产差异」——定制越深，模型越不可替换，客户与平台互相锁定。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06 知识层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Knowledge Bases + Data Automation：托管 RAG 全链路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模型的价值取决于能接触的数据。Bedrock 把 RAG 从「工程项目」压缩成「配置项」，2026 年 6 月全托管 Knowledge Base GA 后连向量库也不用自己管。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Knowledge 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托管 RAG 流水线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文档摄取、切分、向量化、检索、重排、引用溯源全自动；数据源覆盖 S3、Confluence、SharePoint、Salesforce、Web 爬虫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全托管模式（2026.6 GA）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零基础设施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向量存储、嵌入模型、重排与检索优化全部由 Bedrock 托管并自动扩缩容；支持 Agentic Retrieval 多跳推理检索与多模态摄取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自选后端模式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开放兼容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OpenSearch Serverless、Aurora PostgreSQL（pgvector）、Neptune，及 Pinecone、Redis、MongoDB Atlas 等第三方向量库——不强绑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Data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非结构化 ETL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文档、图片、音视频批量转结构化数据（IDP 智能文档处理、媒体分析），直接喂给 RAG 与下游分析——解决「数据脏」的第一公里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9976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79976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GraphRAG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图谱增强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Neptune 自动构建知识图谱辅助检索，跨文档关联推理显著优于朴素向量检索——复杂企业知识场景的差异化能力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2712" y="4128516"/>
            <a:ext cx="3401568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82712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139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B8E0"/>
                </a:solidFill>
                <a:latin typeface="Microsoft YaHei"/>
              </a:rPr>
              <a:t>结构化数据检索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22292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NL2SQL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152644"/>
            <a:ext cx="2852928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自然语言直接查询 Redshift / Glue 数据表，RAG 范围从文档扩展到数仓——打通「文档知识 + 业务数据」两个世界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战略意图：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企业数据已在 S3 / Redshift 里——Bedrock 让「数据不动、智能上门」，数据引力反过来锁定数据继续留在 AWS。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07 Agent 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从「回答问题」到「完成任务」：两代 Agent 产品并行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Agent 层是 Bedrock 演进最快的一层，当前两代产品并行：内置 Agents / Flows 服务快速上手，AgentCore 承接生产级、任意框架的 Agent 工作负载。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Bedrock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内置编排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模型自动拆解任务、调用 Lambda / API、查询知识库、执行多步操作；托管编排循环与会话状态——低代码快速起步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多 Agent 协作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Supervisor 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监督者 Agent 分派子 Agent 并行工作、汇总结果——把复杂流程拆成可独立演进的专家 Agent 组合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B8E0"/>
                </a:solidFill>
                <a:latin typeface="Microsoft YaHei"/>
              </a:rPr>
              <a:t>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可视化编排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拖拽式把提示词、知识库、Agent、Lambda 串成确定性工作流——流程固定的业务自动化不需要「自由发挥」的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开放协议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MCP / A2A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Gateway 原生支持 MCP 工具接入与 Agent 间协议；Strands Agents 开源 SDK——不锁框架、不锁协议，意在做「所有 Agent 的运行环境」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形态判断：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Agents/Flows 是「Bedrock 里的功能」，AgentCore 是「独立的 Agent 云」——后者才是平台级卡位，下一页深拆。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07 Agent 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AgentCore 深拆：企业 Agent 的「EC2 时刻」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611630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611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Runtime · 运行时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microVM 会话级隔离、最长 8 小时长任务、按实际用量计费；框架无关——LangGraph、CrewAI、Strands、任意代码皆可托管，2025.10 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327148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2475738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47573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327148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Memory · 记忆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91740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327148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长短期记忆托管；re:Invent 2025 情景记忆（Episodic）GA——Agent 自动沉淀用户偏好与历史事件，跨会话复用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91256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333984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33984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191256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Gateway + Identity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355848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191256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把企业 API / Lambda 一键转成 MCP 工具并托管鉴权；Identity 管理 Agent 的身份与最小权限——解决「Agent 能动什么」的安全命题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55364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0395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0395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5364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Browser + Code Interpreter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219956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55364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托管无头浏览器与沙箱代码执行——Agent 自主上网操作与跑代码的两大高危能力，以托管方式圈进安全边界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19472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272" y="5068062"/>
            <a:ext cx="457200" cy="457200"/>
          </a:xfrm>
          <a:prstGeom prst="ellipse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06806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919472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Policy + Evaluations（2026 预览）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084064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919472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自然语言定义行为边界，Gateway 逐动作强制校验；13 套预置评估器（正确性、安全、工具选择准确率…）持续度量 Agent 质量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78358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3272" y="5932170"/>
            <a:ext cx="457200" cy="457200"/>
          </a:xfrm>
          <a:prstGeom prst="ellipse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" y="593217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78358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Registry + Payments + CLI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94817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578358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Agent Registry 治理化的 Agent / 工具目录；Payments 让 Agent 可以安全付款（预览）；CLI + Managed Harness 支持会话挂起恢复与 IaC 部署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08 治理层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Guardrails 与信任体系：横切六层，决定成交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生成式 AI 进企业的最大阻力不是能力而是风险。治理层不直接产生营收，却是 CIO 签字的前提——Bedrock 在这层的投入密度全行业最高。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Guardrails 内容护栏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六类策略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有害内容过滤（文本+图像）、自然语言定义禁止话题、词表过滤、PII 脱敏、上下文事实性校验拦截幻觉；独立于模型、任何调用皆可挂载；2024 年底降价 85% 后约 $0.15/千文本单元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Automated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可证明的校验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用形式化逻辑验证模型输出是否符合企业规则文档——从「概率上大概对」到「逻辑上可证明」，监管行业（金融、医疗）的关键卖点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模型评估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选型度量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自动指标 + 人工评估 + LLM-as-a-Judge，用企业自己的数据集横向比较模型——「选哪个模型」从信仰变成可度量决策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数据边界与合规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企业资质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客户数据不用于训练基础模型；KMS 加密、PrivateLink 私网、VPC 隔离；CloudTrail / CloudWatch 全程审计；GDPR / HIPAA / SOC / ISO 随 AWS 体系继承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竞争含义：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对企业客户，「合规的 90 分模型」永远赢过「裸奔的 100 分模型」——治理层是 Bedrock 对阵纯模型 API 厂商的胜负手。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09 生态与竞争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AWS 体系内协同：Bedrock 是枢纽而非孤岛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Bedrock 的每一层都与 AWS 存量服务咬合——这既是产品设计，也是商业设计：Bedrock 的用量会自动带动存储、计算与数据服务的用量。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向下 · 算力与训练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SageMaker + 自研芯片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SageMaker 训练的模型经 Custom Model Import 进 Bedrock 托管；Trainium2 降低推理成本——全栈自持让降价空间自己可控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向上 · 成品应用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Amazon Q 系列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Q Developer（编码）、Q Business（企业搜索问答）构建在 Bedrock 之上——AWS 自己是 Bedrock 最大的客户与试验场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横向 · 数据服务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S3 / Redshift / Glue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Knowledge Bases 直连 S3，NL2SQL 直连 Redshift，Data Automation 接 Glue——数据在哪，推理就在哪结算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外围 · 生态市场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Marketplace + Registry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模型、Agent、工具三类资产上架交易；合作伙伴（埃森哲、德勤等 SI）批量复制行业方案——平台生意的飞轮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枢纽效应：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每 1 美元 Bedrock 推理收入，都拖着数美元的存储、网络与数据服务收入——这是纯模型厂商没有的账。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09 生态与竞争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三强对比：Bedrock vs Azure AI Foundry vs Vertex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三家都在做「企业 AI 中间层」：模型目录 + 定制 + RAG + Agent + 治理。差异不在功能清单，而在各自的引力来源。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259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425952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6"/>
            <a:ext cx="3425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AWS Bedrock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3425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数据引力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3023616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强项：模型中立货架、企业数据在 S3 的存量、AgentCore 运行时最完整；弱项：自研模型心智弱、追赶者姿态。最适合 AWS 原生、数据重的企业</a:t>
            </a:r>
          </a:p>
        </p:txBody>
      </p:sp>
      <p:sp>
        <p:nvSpPr>
          <p:cNvPr id="16" name="Oval 15"/>
          <p:cNvSpPr/>
          <p:nvPr/>
        </p:nvSpPr>
        <p:spPr>
          <a:xfrm>
            <a:off x="2197608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7608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19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7784" y="1783080"/>
            <a:ext cx="34259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67784" y="1783080"/>
            <a:ext cx="3425952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7784" y="1911096"/>
            <a:ext cx="3425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Azure AI Foundry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7784" y="2203704"/>
            <a:ext cx="3425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办公引力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952" y="2880360"/>
            <a:ext cx="3023616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强项：OpenAI 独家 + M365 / Copilot 渗透（财富 500 的 75% 是微软客户）；弱项：深度绑定单一模型厂商、议价权外置。最适合微软系企业</a:t>
            </a:r>
          </a:p>
        </p:txBody>
      </p:sp>
      <p:sp>
        <p:nvSpPr>
          <p:cNvPr id="24" name="Oval 23"/>
          <p:cNvSpPr/>
          <p:nvPr/>
        </p:nvSpPr>
        <p:spPr>
          <a:xfrm>
            <a:off x="5788152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2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373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8328" y="1783080"/>
            <a:ext cx="34259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8328" y="1783080"/>
            <a:ext cx="3425952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8328" y="1911096"/>
            <a:ext cx="3425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Google Vertex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8328" y="2203704"/>
            <a:ext cx="3425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自研引力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9496" y="2880360"/>
            <a:ext cx="3023616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强项：Gemini 全自研全栈、TPU 成本、BigQuery 数据科学生态最成熟；弱项：企业销售与信任积累最浅。最适合工程驱动的 GCP 组织</a:t>
            </a:r>
          </a:p>
        </p:txBody>
      </p:sp>
      <p:sp>
        <p:nvSpPr>
          <p:cNvPr id="32" name="Oval 31"/>
          <p:cNvSpPr/>
          <p:nvPr/>
        </p:nvSpPr>
        <p:spPr>
          <a:xfrm>
            <a:off x="9378696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8696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格局判断：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云市场 AWS 份额约 29%（2025Q3）仍居首但被追赶；企业普遍多云混布 2+ 平台——中间层的战争远未到终局。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09 生态与竞争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结构性优势与现实挑战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Bedrock 按 token / 容量 / 定制训练量计费，是典型「用量型」生意。优势是结构性的，挑战也是真实的。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结构性优势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数据引力：企业数据已在 AWS，就近推理迁移阻力最小，且推理反哺数据服务收入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模型中立：近百模型货架 + Claude 旗舰，不受单一模型厂商绑架，客户议价权最大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全栈自持：Trainium 芯片 → Nova 模型 → Bedrock 平台 → Q 应用，成本曲线自己可控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Agent 先手：AgentCore 的运行时 / 记忆 / 策略 / 评估组合当前最完整，且框架协议全开放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现实挑战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自研模型弱势：Nova 心智不敌 GPT / Gemini，旗舰能力依赖投资关系（Anthropic）而非自有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心智追赶：Azure 借 OpenAI 先占「企业 AI = Copilot」的叙事，Bedrock 品牌认知偏工程侧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复杂度税：六层能力、两代 Agent 产品、多种定价并存——学习曲线陡，中小客户易流失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利润挤压：token 价格战持续，模型层毛利趋薄——价值必须向 Agent / 数据 / 治理层迁移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商业本质：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Bedrock 不靠模型赚钱，靠模型带动的推理用量、数据存储与上层服务——「卖铲子」升级为「卖电 + 卖电器 + 收物业费」。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10 关键判断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关于 AWS Bedrock 的五个关键判断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Bedrock 详细分析 · AI 服务六层拆解 · 数据截至 2026 年中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92720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698040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698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中间层是企业预算主入口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三层栈中，底层算力同质化、顶层应用碎片化；「用模型造应用」的中间层承接最大企业预算——Bedrock 是 AWS 生成式 AI 战略的重心所在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99969"/>
            <a:ext cx="10607040" cy="92720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273497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73497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499969"/>
            <a:ext cx="274320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六层 = 价值上移的路线图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664561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499969"/>
            <a:ext cx="649224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模型引流 → 推理走量 → 定制加深 → 知识沉淀 → Agent 锁定 → 治理成交：越往上差异化越强、粘性越高、越难被单点替代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36899"/>
            <a:ext cx="10607040" cy="92720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536899"/>
            <a:ext cx="274320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「模型中立 + 数据引力」是护城河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701491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536899"/>
            <a:ext cx="649224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不与任何单一模型共存亡，让企业数据留在 AWS 成为智能化默认场所——模型可以换，数据搬不走，这是对 Azure-OpenAI 绑定模式的非对称打法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73828"/>
            <a:ext cx="10607040" cy="92720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0882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0882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573828"/>
            <a:ext cx="274320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下一战场在 Agent 运行时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738420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573828"/>
            <a:ext cx="649224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AgentCore 在复制 EC2 剧本：框架中立、按用量收费、把高危能力（浏览器 / 代码 / 支付）圈进托管安全边界——谁托管企业的 Agent，谁定义下一个十年的云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610758"/>
            <a:ext cx="10607040" cy="92720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272" y="5845759"/>
            <a:ext cx="457200" cy="457200"/>
          </a:xfrm>
          <a:prstGeom prst="ellipse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8457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610758"/>
            <a:ext cx="274320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风险在「借来的旗舰」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775350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5610758"/>
            <a:ext cx="6492240" cy="927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能力天花板系于 Anthropic 投资关系；若旗舰模型格局生变，Nova 能否接住高端是 Bedrock 叙事的最大变数——观察指标：Nova 在旗舰基准上的追赶速度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模型会贬值，货架与电网不会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Bedrock 的第一性原理：把模型封装成基础设施来运营——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以中立货架聚合模型，以电网级推理规模化，以数据、Agent 与治理沉淀不可迁移的价值。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AWS Bedrock · 云服务详细分析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