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AI GOVERNANCE · FULL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AI 治理全生命周期能力对比：Anthropic × OpenAI × Google × Microsoft × AWS ×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治理全生命周期分析 · 数据工程 → 模型训练 → 智能体开发 → 行业部署 · 截至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70432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同一张全生命周期地图，三种打法：模型实验室重训练期治理，云厂商重合规与护栏产品化，SaaS 厂商把治理前移到应用层。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模型实验室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489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489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489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模型实验室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7858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7858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7858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云 + 前沿研究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0227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0227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Microsoft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0227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云 + 生态治理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2596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2596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96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云基础设施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4965" y="1554480"/>
            <a:ext cx="1490929" cy="42062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4965" y="1581912"/>
            <a:ext cx="14909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Salesforce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4965" y="1792224"/>
            <a:ext cx="149092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C8D6E6"/>
                </a:solidFill>
                <a:latin typeface="Microsoft YaHei"/>
              </a:rPr>
              <a:t>企业级 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2048256"/>
            <a:ext cx="1234440" cy="88011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2048256"/>
            <a:ext cx="73152" cy="88011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832" y="2176272"/>
            <a:ext cx="329184" cy="329184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21762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2560320"/>
            <a:ext cx="1033272" cy="313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B1F33"/>
                </a:solidFill>
                <a:latin typeface="Microsoft YaHei"/>
              </a:rPr>
              <a:t>数据准备/数据工程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8A98A6"/>
                </a:solidFill>
                <a:latin typeface="Microsoft YaHei"/>
              </a:rPr>
              <a:t>DATA &amp; ENGINEERING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03120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31136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版权敏感的数据溯源与最小化采集，训练语料经甄别过滤，支持内容方 opt-out。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85489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85489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3505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数据来源与授权协议渐趋公开；API/企业数据默认不用于训练，符合 DPA。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67858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67858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5874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Dataplex 治理+差分隐私管道；SynthID 标注素材来源，全链路血缘可溯。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0227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50227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78243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负责任 AI 标准 v2 要求数据来源审查；Purview+合规管理器覆盖 Copilot 数据血缘。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32596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32596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0612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Lake Formation+Macie 自动识别 PII；Bedrock 默认不用客户数据训练。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4965" y="2048256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14965" y="2048256"/>
            <a:ext cx="54864" cy="88011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2981" y="2139696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Data Cloud 零拷贝集成；Trust Layer 在数据入模前完成脱敏与毒性检测。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001518"/>
            <a:ext cx="1234440" cy="88011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3001518"/>
            <a:ext cx="73152" cy="88011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41832" y="3129534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2" y="312953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" y="3513582"/>
            <a:ext cx="1033272" cy="313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B1F33"/>
                </a:solidFill>
                <a:latin typeface="Microsoft YaHei"/>
              </a:rPr>
              <a:t>模型训练阶段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8A98A6"/>
                </a:solidFill>
                <a:latin typeface="Microsoft YaHei"/>
              </a:rPr>
              <a:t>MODEL TRAINING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03120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103120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RSP v3.0 按 ASL 等级设阈值；宪法 AI 替代人工标注，Opus 4 首次激活 ASL-3。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85489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85489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3505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Preparedness v2 设 High/Critical 两档阈值；SAG 评估后 CEO 保留否决权。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267858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267858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5874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DeepMind FSF v3 覆盖操纵与抗关机风险；安全案例评审贯穿 Gemini 全系。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0227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850227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78243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前沿治理框架（FGF）对齐 NIST 四步循环；与 OpenAI 共设 DSB 联合把关发布。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32596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32596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60612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前沿模型安全框架（FMSF）约束 Nova；SageMaker Clarify 做偏见评测。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014965" y="3001518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014965" y="3001518"/>
            <a:ext cx="54864" cy="88011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42981" y="3092958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不自研前沿基座模型，走模型无关架构；自有小模型遵循 AI 可接受使用政策。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7240" y="3954780"/>
            <a:ext cx="1234440" cy="88011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77240" y="3954780"/>
            <a:ext cx="73152" cy="88011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41832" y="4082796"/>
            <a:ext cx="329184" cy="329184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1832" y="40827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6968" y="4466844"/>
            <a:ext cx="1033272" cy="313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B1F33"/>
                </a:solidFill>
                <a:latin typeface="Microsoft YaHei"/>
              </a:rPr>
              <a:t>智能体开发阶段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8A98A6"/>
                </a:solidFill>
                <a:latin typeface="Microsoft YaHei"/>
              </a:rPr>
              <a:t>AGENT DEVELOPMENT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103120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103120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31136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Computer Use/Agent SDK 内置沙箱与权限确认；MCP 协议开放但设安全评审。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85489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685489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13505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Agent 类产品按能力分级处理风险；外部红队网络+沙箱限制越权操作。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67858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267858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5874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SAIF 2.0 扩展至 Agent 场景；Vertex Agent Builder+Model Armor 防注入。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50227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850227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78243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Copilot Studio 内置 Prompt Shields 防注入；PyRIT 开源红队支撑 Agent 测试。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432596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432596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60612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Bedrock AgentCore 提供隔离运行时；Guardrails+Automated Reasoning 验证行动。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14965" y="3954780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014965" y="3954780"/>
            <a:ext cx="54864" cy="88011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2981" y="4046220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Agentforce 由 Trust Layer 全程把关：动态接地、提示防御，高风险动作强制人工介入。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7240" y="4908042"/>
            <a:ext cx="1234440" cy="88011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77240" y="4908042"/>
            <a:ext cx="73152" cy="88011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41832" y="5036058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41832" y="503605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6968" y="5420106"/>
            <a:ext cx="1033272" cy="313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B1F33"/>
                </a:solidFill>
                <a:latin typeface="Microsoft YaHei"/>
              </a:rPr>
              <a:t>行业应用部署阶段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8A98A6"/>
                </a:solidFill>
                <a:latin typeface="Microsoft YaHei"/>
              </a:rPr>
              <a:t>INDUSTRY DEPLOYMENT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103120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103120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31136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分行业使用政策限制高风险场景；宪法分类器护栏支撑企业级部署与问责。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85489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685489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813505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Model Spec 公开应答准则；企业版增设数据保留控制，无年度综合透明度报告。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267858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267858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95874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Vertex AI 合规工具覆盖医疗/金融；模型卡+进展报告，SynthID 保障内容溯源。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850227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850227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78243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负责任 AI 办公室（ORA）+年度透明度报告制度化最强；Limited Access 门禁高风险场景。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32596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432596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60612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首家获 ISO/IEC 42001 认证并通过零缺陷监督审计；ApplyGuardrail API 跨模型套用。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014965" y="4908042"/>
            <a:ext cx="1490929" cy="88011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014965" y="4908042"/>
            <a:ext cx="54864" cy="88011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142981" y="4999482"/>
            <a:ext cx="1253185" cy="697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B7B"/>
                </a:solidFill>
                <a:latin typeface="Microsoft YaHei"/>
              </a:rPr>
              <a:t>道德人性化科技办公室监督；Trust Layer 审计留痕，行业合规内嵌 Health/Financial Cloud。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77240" y="5998464"/>
            <a:ext cx="10637215" cy="4572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33272" y="599846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B8E0"/>
                </a:solidFill>
                <a:latin typeface="Microsoft YaHei"/>
              </a:rPr>
              <a:t>全局判断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31720" y="5998464"/>
            <a:ext cx="8854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8D6E6"/>
                </a:solidFill>
                <a:latin typeface="Microsoft YaHei"/>
              </a:rPr>
              <a:t>Anthropic/OpenAI 的治理重心在训练期（RSP/Preparedness 阈值把关）；Google/Microsoft/AWS 把治理产品化为云端合规与护栏；Salesforce 把治理前移到应用层的数据脱敏与人工介入——六段能力彼此互补，而非相互替代。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