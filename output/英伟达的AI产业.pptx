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算力层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英伟达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的算力策略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从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全栈布局、CUDA 生态到 Fabless 分工</a:t>
            </a:r>
            <a:r>
              <a:rPr sz="1900" b="0" i="0">
                <a:solidFill>
                  <a:srgbClr val="5B6B7B"/>
                </a:solidFill>
                <a:latin typeface="Microsoft YaHei"/>
              </a:rPr>
              <a:t> 看算力层的护城河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卖的从来不只是芯片，而是「算力平台」——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性能领先 × 软件生态 × 全栈整合，三重壁垒叠加。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7239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产业地位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AI 算力的事实标准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296668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296668"/>
            <a:ext cx="82296" cy="7239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296668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296668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全栈布局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442972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296668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从芯片到软件到网络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30296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130296"/>
            <a:ext cx="82296" cy="7239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130296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130296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商业模式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276600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130296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卖芯片，更卖算力平台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963924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963924"/>
            <a:ext cx="82296" cy="7239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63924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963924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产业护城河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110228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963924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CUDA 生态 + 性能 + 供应链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797552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797552"/>
            <a:ext cx="82296" cy="72390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797552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5B8E0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4797552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产业分工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4943856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4797552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Fabless 模式的协作与依赖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631180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5631180"/>
            <a:ext cx="82296" cy="72390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31180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631180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挑战与判断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5777484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5631180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去英伟达化与关键结论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产业地位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英伟达：AI 算力的事实标准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在 AI 训练市场，英伟达占据压倒性份额，数据中心业务成为公司绝对增长引擎。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市场地位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训练近乎垄断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前沿大模型训练高度依赖其 GPU，份额长期领先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增长引擎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数据中心为王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数据中心业务占营收主体，取代游戏成为核心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定价能力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强议价权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供不应求 + 生态锁定，带来高毛利与定价主导权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节奏掌控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年度迭代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以年级别架构迭代（性能/能效）持续拉开身位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全栈布局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从一颗芯片到一套「算力工厂」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英伟达把竞争维度从「单芯片性能」抬升到「机柜级系统 + 软件 + 网络」的全栈整合。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芯片 Chip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训练/推理 GPU，配合 HBM 高带宽内存，单卡算力领先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互联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NVLink / InfiniBand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收购 Mellanox，掌握芯片间与集群高速互联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系统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DGX / 机柜方案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整机柜级超算方案，交付「开箱即用」的算力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软件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CUDA 生态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CUDA + cuDNN + TensorRT + NIM，开发者深度绑定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卖的不只是芯片，是「算力平台」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英伟达的商业模式是硬件 + 软件 + 生态的协同变现，而非单纯的芯片买卖。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多层次变现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GPU / HBM 硬件：核心营收与高毛利来源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系统与网络：从卖芯片升级到卖整柜算力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软件与平台：CUDA 生态 + 企业软件/订阅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云租赁与生态：DGX Cloud 等延伸触点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飞轮效应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性能领先 → 开发者首选 → 生态繁荣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生态繁荣 → 迁移成本高 → 锁定客户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规模出货 → 摊薄研发 → 持续领先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现金流充沛 → 投资生态 → 强化壁垒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用软件生态把硬件性能优势「锁定」下来，让算力成为一个有网络效应的平台生意。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产业护城河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英伟达的三重壁垒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CUDA 生态壁垒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近二十年沉淀的软件栈与开发者习惯，迁移成本极高，是最深的护城河。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性能与节奏壁垒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架构、互联、能效的持续领先 + 年度迭代，让追赶者始终慢一代。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供应链与系统壁垒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对台积电先进封装、HBM 产能的优先锁定 + 全栈系统整合能力。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产业分工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Fabless 模式：协作网络与关键依赖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英伟达是「无晶圆厂」设计公司，把自己定位为产业链的「平台与标准」，专注设计与生态，制造交给伙伴。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上游 · 制造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台积电 CoWoS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依赖台积电先进制程与 CoWoS 封装，产能是关键卡点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上游 · 内存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SK海力士 / 三星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依赖 HBM 高带宽内存供给，决定单卡上限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中游 · 整机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OEM / ODM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戴尔、超微等组装服务器，云厂商部署落地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下游 · 客户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云与模型厂商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微软、AWS、谷歌、Meta、OpenAI 等既是大客户也是潜在对手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06 挑战与判断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「去英伟达化」与应对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最大变量来自最大客户：超大规模云厂商都在自研芯片，试图降低对英伟达的依赖。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挑战与风险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云厂商自研芯片（TPU/Trainium/Maia）分流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19272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AMD 等竞争者在推理市场追赶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78224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供应链集中：先进封装/HBM 产能受限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37176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地缘与出口管制影响市场可达性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96128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客户即对手，议价关系微妙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护城河韧性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CUDA 生态短期难以被替代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19272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推理市场扩大，软件 + 系统优势延续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78224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向企业软件/平台延伸，降低硬件周期性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37176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全栈整合提高对手的全面追赶门槛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96128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标准制定者地位带来生态主导权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STRATEGIC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三个必须记住的判断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算力层 · 英伟达 NVIDIA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平台而非芯片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英伟达的护城河在 CUDA 生态与全栈整合，而不仅是单芯片性能。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Fabless 的双刃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轻资产专注设计与生态，但深度依赖台积电与 HBM 供给，产能是命门。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客户即对手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云厂商自研芯片是长期变量，「去英伟达化」与生态锁定是长期拉锯。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算力平台的胜负，在生态而非单点。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英伟达用 CUDA 把性能优势变成网络效应，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在算力层筑起 AI 产业最深、最难逾越的护城河之一。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英伟达 NVIDIA · 算力层分析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