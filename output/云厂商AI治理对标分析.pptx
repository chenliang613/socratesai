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097280"/>
            <a:ext cx="1371600" cy="13716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2377440"/>
            <a:ext cx="2194560" cy="2194560"/>
          </a:xfrm>
          <a:prstGeom prst="ellipse">
            <a:avLst/>
          </a:prstGeom>
          <a:noFill/>
          <a:ln w="16510">
            <a:solidFill>
              <a:srgbClr val="2A4D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4023360"/>
            <a:ext cx="1737360" cy="17373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0" y="493776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B8E0"/>
                </a:solidFill>
                <a:latin typeface="Microsoft YaHei"/>
              </a:rPr>
              <a:t>CLOUD AI GOVERNANCE · 对标分析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6949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平台的责任：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Microsoft YaHei"/>
              </a:rPr>
              <a:t>三大云厂商 AI 治理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AWS、Azure、Google Cloud 既造模型又卖平台，</a:t>
            </a:r>
            <a:r>
              <a:rPr sz="1500" b="1" i="0">
                <a:solidFill>
                  <a:srgbClr val="FFFFFF"/>
                </a:solidFill>
                <a:latin typeface="Microsoft YaHei"/>
              </a:rPr>
              <a:t>它们的治理能力决定企业 AI 的安全底座。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937760"/>
            <a:ext cx="4206240" cy="15240"/>
          </a:xfrm>
          <a:prstGeom prst="rect">
            <a:avLst/>
          </a:prstGeom>
          <a:solidFill>
            <a:srgbClr val="335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6858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治理组织 · 前沿安全框架 · 护栏产品 · 合规认证 · 生态治理 · 对标结论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基线：ISO 42001 / FSF v3 / Frontier Governance Framework · 截至 2026 年 7 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E849B"/>
                </a:solidFill>
                <a:latin typeface="Microsoft YaHei"/>
              </a:rPr>
              <a:t>SocratesAI · 行业智能化第一性原理系列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目录 · 分析框架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02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vs Azure vs Google Cloud · 云厂商 AI 治理对标 · 2026-07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7239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63040"/>
            <a:ext cx="82296" cy="72390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463040"/>
            <a:ext cx="100584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B6EF3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463040"/>
            <a:ext cx="292608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云厂商治理的特殊性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609344"/>
            <a:ext cx="15240" cy="431292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463040"/>
            <a:ext cx="58521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双重角色、责任共担、治理即产品——与模型实验室的本质差异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296668"/>
            <a:ext cx="10607040" cy="7239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296668"/>
            <a:ext cx="82296" cy="72390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296668"/>
            <a:ext cx="100584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4B8A6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296668"/>
            <a:ext cx="292608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治理组织与制度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2442972"/>
            <a:ext cx="15240" cy="431292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2296668"/>
            <a:ext cx="58521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三家的负责任 AI 组织架构、原则体系与制度化程度对比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130296"/>
            <a:ext cx="10607040" cy="7239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130296"/>
            <a:ext cx="82296" cy="72390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130296"/>
            <a:ext cx="100584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7C5CFF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130296"/>
            <a:ext cx="292608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前沿模型安全框架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3276600"/>
            <a:ext cx="15240" cy="431292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3130296"/>
            <a:ext cx="58521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Amazon FMSF vs Microsoft FGF vs DeepMind FSF v3 逐项对标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963924"/>
            <a:ext cx="10607040" cy="7239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3963924"/>
            <a:ext cx="82296" cy="7239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963924"/>
            <a:ext cx="100584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59E0B"/>
                </a:solidFill>
                <a:latin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3963924"/>
            <a:ext cx="292608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平台护栏与安全产品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4110228"/>
            <a:ext cx="15240" cy="431292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3963924"/>
            <a:ext cx="58521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Bedrock Guardrails vs Azure AI Content Safety vs Model Armor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797552"/>
            <a:ext cx="10607040" cy="7239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7240" y="4797552"/>
            <a:ext cx="82296" cy="72390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797552"/>
            <a:ext cx="100584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46A5E"/>
                </a:solidFill>
                <a:latin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4797552"/>
            <a:ext cx="292608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合规认证与生态治理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4943856"/>
            <a:ext cx="15240" cy="431292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4797552"/>
            <a:ext cx="58521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ISO 42001 竞赛、监管姿态与第三方模型市场的准入治理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631180"/>
            <a:ext cx="10607040" cy="7239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7240" y="5631180"/>
            <a:ext cx="82296" cy="723900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631180"/>
            <a:ext cx="100584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35B8E0"/>
                </a:solidFill>
                <a:latin typeface="Microsoft YaHe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5631180"/>
            <a:ext cx="292608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争议短板与对标结论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74920" y="5777484"/>
            <a:ext cx="15240" cy="431292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5631180"/>
            <a:ext cx="58521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三家治理软肋、六维记分卡与企业选型启示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WHY CLOUD IS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云厂商的 AI 治理为什么不同于模型实验室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03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vs Azure vs Google Cloud · 云厂商 AI 治理对标 · 2026-07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模型实验室治理「一个模型」，云厂商治理「一个市场」——自研模型、第三方模型与百万企业客户同在一张平台上。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双重角色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既是厂商又是分发渠道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三家都自研前沿模型（Nova / MAI / Gemini），又通过 Bedrock、Foundry、Vertex 分发 Anthropic、OpenAI、Meta 等第三方模型——治理对象从自家模型扩展到整个模型目录。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责任共担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治理责任沿栈分层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沿用云安全的责任共担模型：厂商负责基础设施与模型层安全，客户负责应用层与数据合规——AI 治理的边界划分本身成为合同与审计的核心条款。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治理即产品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安全能力直接售卖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护栏、评测、红队、水印、合规报告都被产品化为可计费服务——治理能力不只是自我约束，更是云厂商争夺企业客户的差异化卖点。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合规即准入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认证决定企业订单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金融、医疗、政府客户按 ISO 42001、NIST AI RMF、欧盟 AI 法案清单采购；谁先拿到认证、谁的合规工具链更全，谁就先进入高价值行业的供应商名单。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第一性判断：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云厂商的安全治理是「平台信任」的生产过程——治理越可验证，企业迁移 AI 负载的意愿越强。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GOVERNANCE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治理组织与制度：谁的体系最制度化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04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vs Azure vs Google Cloud · 云厂商 AI 治理对标 · 2026-07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三家都有原则、组织与流程，但制度化深度差异明显：微软最完整，Google 双轨并行，AWS 相对轻量。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4015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443484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八维原则 + 工程化落地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2852928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负责任 AI 八大维度（公平、可解释、隐私安全、安全、可控、真实鲁棒、治理、透明）；无独立对外的治理办公室，依托安全与合规组织执行；以 AI Service Cards（2022 起）披露服务局限；风格务实——原则轻、工程重、认证先行。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783080"/>
            <a:ext cx="34015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9976" y="1783080"/>
            <a:ext cx="91440" cy="44348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Azure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标准 + 办公室 + 委员会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16" y="2807208"/>
            <a:ext cx="2852928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六大原则由《负责任 AI 标准 v2》（2022 公开）转化为可执行工程要求；负责任 AI 办公室（ORA，2019）统筹治理与影响评估，负责任 AI 委员会连接研究、政策与工程；敏感用途审查 + Limited Access 门禁（人脸、声音克隆）；2024 起每年发布负责任 AI 透明度报告——制度化程度三家最高。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1783080"/>
            <a:ext cx="34015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82712" y="1783080"/>
            <a:ext cx="91440" cy="44348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Google 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AI 原则 + 双轨治理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807208"/>
            <a:ext cx="2852928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AI 原则（2018 首发，2025-02 修订并删除武器/监控禁令引发争议）；Google 层面的负责任 AI 团队与 DeepMind 的责任与安全委员会（RSC）、AGI 安全委员会双轨运行；2025 起发布负责任 AI 进展报告；模型卡（Model Cards）概念的行业首创者——研究纵深强，但治理线条较多。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对比要点：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微软以「标准+办公室+年报」形成闭环；Google 治理与前沿研究耦合最深；AWS 把治理压强放在认证与产品，制度披露最少。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FRONTIER SAFETY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前沿模型安全框架：三份文件的深度对标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05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vs Azure vs Google Cloud · 云厂商 AI 治理对标 · 2026-07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兑现首尔前沿 AI 安全承诺，三家在 2025 年前后都发布了前沿框架——深度与野心差距显著。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4015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443484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AWS / AMAZON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前沿模型安全框架（FMSF）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2852928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2025 年发布，覆盖自研 Nova 系列；设定 CBRN、网络攻击、AI 自我改进等关键能力阈值与对应防护；框架较新、篇幅较薄，且 Amazon 前沿敞口部分外置——最强模型来自其投资的 Anthropic（自带 RSP），自研模型风险相对有限。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783080"/>
            <a:ext cx="34015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9976" y="1783080"/>
            <a:ext cx="91440" cy="44348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MICROSOFT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前沿治理框架（FGF）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16" y="2807208"/>
            <a:ext cx="2852928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2025-02 发布，对齐 NIST「治理-映射-测量-管理」循环；针对追踪能力设阈值与部署门禁，红队覆盖全部旗舰 Azure OpenAI 模型与 Phi 系列；特殊性在于前沿风险主要来自 OpenAI 模型——通过与 OpenAI 共设的部署安全委员会（DSB）行使联合把关权。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1783080"/>
            <a:ext cx="34015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82712" y="1783080"/>
            <a:ext cx="91440" cy="44348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GOOGLE DEEPMIND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前沿安全框架（FSF v3）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807208"/>
            <a:ext cx="2852928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三家中最深：2024-05 首发，2025-09 v3 新增「有害操纵」关键能力等级（CCL）与失准/抗关机风险审查，2026-04 增设追踪能力等级（TCL）预警层以更早捕捉次严重风险；随 Gemini 系列全线执行安全案例评审——覆盖面与迭代速度均为云厂商最强。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框架判断：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Google FSF ≈ 模型实验室级深度；微软 FGF 胜在与 OpenAI 的联合治理机制；Amazon FMSF 尚在追赶，敞口小是其现实缓冲。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GUARDRAILS AS A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平台护栏产品：把治理卖成服务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06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vs Azure vs Google Cloud · 云厂商 AI 治理对标 · 2026-07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三家都把安全护栏做成横向平台服务，可跨模型、按调用计费——这是云厂商独有的治理形态。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4015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443484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Bedrock 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2852928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多模态有害内容过滤（宣称拦截率最高 88%）+ 提示词攻击检测 + PII 识别脱敏 + 上下文接地检查；独家王牌是 Automated Reasoning checks——用形式化数学方法验证输出与事实的一致性（宣称最高 99% 准确度）；ApplyGuardrail API 可套用于任何模型（含第三方与自托管），平台中立性最强。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783080"/>
            <a:ext cx="34015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9976" y="1783080"/>
            <a:ext cx="91440" cy="44348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Azure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AI Content Safety + Foundry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16" y="2807208"/>
            <a:ext cx="2852928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Prompt Shields 默认拦截提示注入/越狱，部署在所有 Azure OpenAI 调用之上；接地性检测（groundedness）抓幻觉、受保护材料检测防版权风险；AI Foundry 内置安全评测与红队代理，开源红队工具 PyRIT 已成行业事实标准；另有 Copilot 版权赔偿承诺兜底——与自家模型栈耦合最深。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1783080"/>
            <a:ext cx="34015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82712" y="1783080"/>
            <a:ext cx="91440" cy="44348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Google 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Model Armor + SynthID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807208"/>
            <a:ext cx="2852928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Model Armor 对提示与响应双向筛查（注入/越狱/恶意 URL/敏感数据），独立于模型供应商；Vertex AI 原生安全过滤器分级可调；SynthID 水印覆盖图像/音频/文本并已开源，AI 内容溯源能力三家最强；SAIF 2.0（2025）把安全框架扩展到智能体场景并配自评工具。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产品判断：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AWS 长于「可验证输出」（形式化验证），Azure 长于「默认安全」（护栏内嵌模型服务），Google 长于「溯源与Agent安全」（水印+SAIF）。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EVALUATION &amp;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评测、红队与透明度：治理的可验证性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07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vs Azure vs Google Cloud · 云厂商 AI 治理对标 · 2026-07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承诺是否可信，取决于评测是否系统、红队是否真打、披露是否持续。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2528316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1109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评测工具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0370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模型评估平台化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880360"/>
            <a:ext cx="212598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AWS：Bedrock 模型评估 + SageMaker Clarify（偏见/可解释性）。Azure：Foundry 安全评测覆盖文本外模态。Google：Vertex 评测服务 + 内部安全案例评审。三家均把评测做成客户可自助的产品。</a:t>
            </a:r>
          </a:p>
        </p:txBody>
      </p:sp>
      <p:sp>
        <p:nvSpPr>
          <p:cNvPr id="16" name="Oval 15"/>
          <p:cNvSpPr/>
          <p:nvPr/>
        </p:nvSpPr>
        <p:spPr>
          <a:xfrm>
            <a:off x="1748790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48790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5CFF"/>
                </a:solidFill>
                <a:latin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5556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0148" y="1783080"/>
            <a:ext cx="2528316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70148" y="178308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0148" y="191109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红队机制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0148" y="220370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从内部到开源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1316" y="2880360"/>
            <a:ext cx="212598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微软 AI 红队（2018 起）最资深，PyRIT 开源输出方法论；Google 设 AI 红队并将 SAIF 风险地图公开；AWS 依托安全团队与第三方评测，公开度相对最低。</a:t>
            </a:r>
          </a:p>
        </p:txBody>
      </p:sp>
      <p:sp>
        <p:nvSpPr>
          <p:cNvPr id="24" name="Oval 23"/>
          <p:cNvSpPr/>
          <p:nvPr/>
        </p:nvSpPr>
        <p:spPr>
          <a:xfrm>
            <a:off x="4441698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F4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41698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46A5E"/>
                </a:solidFill>
                <a:latin typeface="Microsoft Ya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8464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6" y="1783080"/>
            <a:ext cx="2528316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63056" y="178308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191109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透明度披露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63056" y="220370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报告化 vs 卡片化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2880360"/>
            <a:ext cx="212598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微软：年度负责任 AI 透明度报告（2024 起），制度化最强；Google：年度负责任 AI 进展报告 + 模型卡传统；AWS：AI Service Cards 按服务披露，无年度综合报告——披露最克制。</a:t>
            </a:r>
          </a:p>
        </p:txBody>
      </p:sp>
      <p:sp>
        <p:nvSpPr>
          <p:cNvPr id="32" name="Oval 31"/>
          <p:cNvSpPr/>
          <p:nvPr/>
        </p:nvSpPr>
        <p:spPr>
          <a:xfrm>
            <a:off x="7134606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1B6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4606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B6EF3"/>
                </a:solidFill>
                <a:latin typeface="Microsoft YaHe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91372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55964" y="1783080"/>
            <a:ext cx="2528316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55964" y="178308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55964" y="191109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外部检验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5964" y="220370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政府评测与承诺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7132" y="2880360"/>
            <a:ext cx="212598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三家均签白宫自愿承诺（2023）与首尔前沿承诺（2024）；前沿模型接受英美 AI 安全研究所评测的主要是其伙伴/子公司（OpenAI、DeepMind、Anthropic）——云平台本身的第三方检验仍以合规审计为主。</a:t>
            </a:r>
          </a:p>
        </p:txBody>
      </p:sp>
      <p:sp>
        <p:nvSpPr>
          <p:cNvPr id="40" name="Oval 39"/>
          <p:cNvSpPr/>
          <p:nvPr/>
        </p:nvSpPr>
        <p:spPr>
          <a:xfrm>
            <a:off x="9827514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27514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4B8A6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可验证性排序：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透明度上微软 &gt; Google &gt; AWS；但 AWS 用「认证审计」替代「叙事披露」，是另一种可验证路径。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COMPLIANCE &amp; REGULATION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合规认证与监管姿态：谁在定义企业采购标准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08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vs Azure vs Google Cloud · 云厂商 AI 治理对标 · 2026-07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ISO/IEC 42001（AI 管理体系）成为 2025-26 企业采购的新门槛，三家展开认证竞赛。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ISO 42001 竞赛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AWS 先发，三家跟进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AWS 是首家获认证的大型云厂商（覆盖 Bedrock、Q Business、Textract、Transcribe），并于 2025-11 以零缺陷通过首次监督审计；微软（Azure OpenAI、M365 Copilot 等）与 Google Cloud（Vertex AI 等）相继取得认证——认证覆盖范围成为新的比拼维度。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监管框架对齐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NIST 与欧盟 AI 法案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三家均对齐 NIST AI RMF 并发布欧盟 AI 法案实施指引与客户合规工具；均签署欧盟 GPAI 行为准则（2025，Google 签署时公开表达保留意见）——云厂商正把「替客户消化监管」做成服务。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行业协作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联盟中的三张牌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三家同为前沿模型论坛成员或伙伴；Google 发起安全 AI 联盟（CoSAI，2024 归入 OASIS），微软主导 MLSecOps 与开源红队生态，AWS 深度参与 ISO 42001 标准实施指南——各自在标准组织中卡位。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政府与国防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同样的伦理张力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三家均向政府与国防提供 AI 能力（JWCC 合同、各类主权云），也同样面临员工与公民社会的抗议——云厂商的规模让「治理承诺 vs 国家客户」的张力比模型实验室更尖锐。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合规判断：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认证与合规工具链上三家快速趋同；差异化正转向「谁能让客户最省力地通过自己的 AI 审计」。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ECOSYSTEM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模型生态治理：平台如何管住别人的模型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09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vs Azure vs Google Cloud · 云厂商 AI 治理对标 · 2026-07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云厂商最独特的治理场景：模型目录里大部分模型不是自己训的——准入、监控与责任划分成为平台治理核心。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4015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443484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中立市场的准入治理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2852928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Bedrock 模型目录以第三方为主（Anthropic、Meta、Mistral 等）：供应商须满足安全与合规准入要求，平台护栏横向覆盖全部模型；对 Anthropic 的巨额投资（累计超百亿美元级）使其间接持有一份最严格的 RSP 敞口——「不自己造最强模型，但托管并投资它」。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783080"/>
            <a:ext cx="34015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9976" y="1783080"/>
            <a:ext cx="91440" cy="44348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Azure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深度绑定的联合治理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16" y="2807208"/>
            <a:ext cx="2852928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前沿能力主要来自 OpenAI：双方部署安全委员会（DSB）对模型发布联合把关，微软对 Azure OpenAI 服务附加自己的内容安全层与企业合同承诺；2025 年起自研 MAI 系列上量，Foundry 目录同步扩展多模型——治理从「管好 OpenAI」转向「管好目录」。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1783080"/>
            <a:ext cx="34015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82712" y="1783080"/>
            <a:ext cx="91440" cy="44348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Google 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垂直一体的自我治理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807208"/>
            <a:ext cx="2852928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Gemini 自研自营，DeepMind FSF 直接约束模型侧，云侧以 Model Garden 分发第三方模型并统一套用 Model Armor；垂直一体让责任链最短、执行最快，但也意味着「运动员与裁判同属一家」——外部制衡最少。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生态判断：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三种模式对应三种风险：AWS 的中立依赖伙伴自律，Azure 的联合治理依赖 OpenAI 关系稳定，Google 的一体化依赖自我约束。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CONTROVERSIES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争议与短板：三家治理体系的压力点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10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vs Azure vs Google Cloud · 云厂商 AI 治理对标 · 2026-07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云厂商的治理承诺同样是软约束，且比模型实验室多一层「平台责任」的灰色地带。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4015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443484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披露最少的巨头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2852928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无年度负责任 AI 透明度报告，治理组织与决策流程对外披露三家最少；Rekognition 人脸识别争议的历史包袱（2020 起对执法暂停供应）；前沿框架深度靠 Anthropic 补位，自研模型能力上探后框架是否跟得上仍待检验。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783080"/>
            <a:ext cx="34015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9976" y="1783080"/>
            <a:ext cx="91440" cy="44348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0016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Azure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制度完备≠没有裂缝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16" y="2807208"/>
            <a:ext cx="2852928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2023 年裁撤伦理与社会团队曾引发「重产品轻伦理」质疑；前沿治理高度依赖 OpenAI 关系，双方博弈（重组、竞争条款）使联合治理机制的稳定性存疑；军事与政府订单（含中东冲突相关云服务）持续引发员工抗议与审查。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1783080"/>
            <a:ext cx="34015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82712" y="1783080"/>
            <a:ext cx="91440" cy="44348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1965960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Google 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276856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原则修订的信任成本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807208"/>
            <a:ext cx="2852928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2025-02 修订 AI 原则、删除「不用于武器与监控」承诺，被视为治理承诺可随战略收缩的标志性案例；Gemini 图像生成偏见事故（2024）暴露发布节奏与评测的失衡；Project Maven 以来「员工抗议-管理层推进」的张力从未真正解决。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共同软肋：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三家的负责任 AI 承诺均无外部强制力，且在国防订单、竞争压力面前都发生过回调——平台信任仍主要靠商业利益维系。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六维对标：谁的 AI 治理更「硬」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11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vs Azure vs Google Cloud · 云厂商 AI 治理对标 · 2026-07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611630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61163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治理组织制度化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微软最优：标准 v2 + 负责任 AI 办公室 + 年度透明度报告形成闭环；Google 双轨完整但线条多；AWS 制度轻量、披露最少。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327148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2475738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247573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327148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前沿安全框架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491740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327148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Google 最优：DeepMind FSF v3 覆盖操纵与抗关机风险、迭代最快；微软 FGF 依托与 OpenAI 的联合机制；Amazon FMSF 最薄但敞口也最小。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191256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3339846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333984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191256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护栏产品力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355848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191256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各有王牌：AWS 的形式化验证（Automated Reasoning）独树一帜；Azure 的默认内嵌护栏覆盖面最广；Google 的 SynthID 溯源与 Agent 安全（SAIF 2.0）最前瞻。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055364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0395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0395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055364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合规与认证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4219956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055364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AWS 先发：首家 ISO 42001 认证并通过零缺陷监督审计；三家在 NIST/欧盟对齐上快速趋同，认证范围之争仍在继续。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919472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3272" y="5068062"/>
            <a:ext cx="457200" cy="457200"/>
          </a:xfrm>
          <a:prstGeom prst="ellipse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2" y="506806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4919472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透明度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5084064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4919472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微软 &gt; Google &gt; AWS：微软以年报制度化披露；Google 以进展报告+模型卡传统跟进；AWS 以服务卡与审计替代叙事披露。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783580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33272" y="5932170"/>
            <a:ext cx="457200" cy="457200"/>
          </a:xfrm>
          <a:prstGeom prst="ellipse">
            <a:avLst/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272" y="593217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5783580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综合判断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5948172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17720" y="5783580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微软制度最全、Google 技术最深、AWS 工程最实——没有全面领先者；企业应按自身风险画像组合使用，而非指望单一平台包办治理。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对企业的选型启示：把云厂商治理能力变成自己的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12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AWS vs Azure vs Google Cloud · 云厂商 AI 治理对标 · 2026-07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对标的目的不是评奖，而是回答：企业的 AI 治理栈应该向云平台外包多少、自留多少。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高合规行业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认证与责任划分优先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金融、医疗、政府客户先看 ISO 42001 认证范围与责任共担条款的清晰度；要求厂商提供 AI 法案/行业监管的映射文档，把平台认证转化为自身审计证据。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事实性关键场景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可验证输出优先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法律、财务、工业控制等不容幻觉的场景，优先评估 Bedrock Automated Reasoning、Azure 接地性检测等「可验证护栏」的实际覆盖率，而非厂商宣称的拦截率。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多云多模型策略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护栏必须平台化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模型会换、护栏不能跟着换：把安全策略沉淀在与模型解耦的护栏层（ApplyGuardrail / Model Armor 类），避免治理逻辑锁死在单一模型供应商。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6A5E"/>
                </a:solidFill>
                <a:latin typeface="Microsoft YaHei"/>
              </a:rPr>
              <a:t>Agent 化路线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盯住前沿框架的迭代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智能体带来提示注入、越权行动等新风险面：选型时考察厂商前沿框架对 Agent 风险的覆盖速度（SAIF 2.0、FSF v3 是当前标尺），并要求沙箱与权限确认成为默认配置。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方法论：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企业 AI 治理 = 平台能力（外包）+ 数据与用例治理（自留）——边界画在责任共担模型上，而非营销材料上。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5B8E0"/>
                </a:solidFill>
                <a:latin typeface="Microsoft YaHe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云厂商竞争的下半场，是平台信任的竞争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微软把治理做成制度，Google 把治理做成科学，AWS 把治理做成工程——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对企业而言，真正的问题不是谁更安全，而是谁的安全可以被验证、被审计、被继承。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75504" y="4800600"/>
            <a:ext cx="1828800" cy="254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云厂商 AI 治理对标分析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7E93AB"/>
                </a:solidFill>
                <a:latin typeface="Microsoft YaHei"/>
              </a:rPr>
              <a:t>SocratesAI · 行业智能化第一性原理系列 · 2026-07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