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1097280"/>
            <a:ext cx="1371600" cy="13716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2377440"/>
            <a:ext cx="2194560" cy="2194560"/>
          </a:xfrm>
          <a:prstGeom prst="ellipse">
            <a:avLst/>
          </a:prstGeom>
          <a:noFill/>
          <a:ln w="16510">
            <a:solidFill>
              <a:srgbClr val="2A4D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4023360"/>
            <a:ext cx="1737360" cy="173736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0" y="493776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051560"/>
            <a:ext cx="640080" cy="508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B8E0"/>
                </a:solidFill>
                <a:latin typeface="Microsoft YaHei"/>
              </a:rPr>
              <a:t>FRONTIER AI GOVERNANCE · 对比分析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6949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Microsoft YaHei"/>
              </a:rPr>
              <a:t>安全即竞争力：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Microsoft YaHei"/>
              </a:rPr>
              <a:t>OpenAI vs Anthropic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6766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两家前沿模型厂商都把安全与治理写进了公司章程，</a:t>
            </a:r>
            <a:r>
              <a:rPr sz="1500" b="1" i="0">
                <a:solidFill>
                  <a:srgbClr val="FFFFFF"/>
                </a:solidFill>
                <a:latin typeface="Microsoft YaHei"/>
              </a:rPr>
              <a:t>但走出了两条不同的路。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937760"/>
            <a:ext cx="4206240" cy="15240"/>
          </a:xfrm>
          <a:prstGeom prst="rect">
            <a:avLst/>
          </a:prstGeom>
          <a:solidFill>
            <a:srgbClr val="335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治理结构 · 前沿安全框架 · 对齐技术 · 运行期治理 · 政策参与 · 争议与短板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FB2C6"/>
                </a:solidFill>
                <a:latin typeface="Microsoft YaHei"/>
              </a:rPr>
              <a:t>基线：Preparedness Framework v2 / RSP v3.0 · 截至 2026 年 7 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6E849B"/>
                </a:solidFill>
                <a:latin typeface="Microsoft YaHei"/>
              </a:rPr>
              <a:t>SocratesAI · 行业智能化第一性原理系列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目录 · 分析框架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02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OpenAI vs Anthropic · AI 安全治理能力对比 · 2026-07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1463040"/>
            <a:ext cx="82296" cy="72390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463040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B6EF3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463040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为什么是竞争力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609344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463040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安全治理从成本项变为前沿模型厂商的准入门槛与信任资产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296668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296668"/>
            <a:ext cx="82296" cy="72390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296668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4B8A6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296668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公司治理结构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2442972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9240" y="2296668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OpenAI Foundation+PBC+SSC vs Anthropic PBC+长期利益信托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130296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3130296"/>
            <a:ext cx="82296" cy="72390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130296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7C5CFF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130296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前沿安全框架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3276600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3130296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Preparedness Framework v2 对比 Responsible Scaling Policy v3.0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963924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3963924"/>
            <a:ext cx="82296" cy="7239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963924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59E0B"/>
                </a:solidFill>
                <a:latin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3963924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对齐与安全技术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4110228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3963924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RLHF/审慎对齐 vs Constitutional AI/机制可解释性两条技术路线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797552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77240" y="4797552"/>
            <a:ext cx="82296" cy="72390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797552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46A5E"/>
                </a:solidFill>
                <a:latin typeface="Microsoft YaHe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4797552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运行期治理与政策参与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4943856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9240" y="4797552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滥用治理、第三方评测、自愿承诺与立法姿态的分野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631180"/>
            <a:ext cx="10607040" cy="7239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7240" y="5631180"/>
            <a:ext cx="82296" cy="723900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631180"/>
            <a:ext cx="100584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35B8E0"/>
                </a:solidFill>
                <a:latin typeface="Microsoft YaHe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5631180"/>
            <a:ext cx="292608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B1F33"/>
                </a:solidFill>
                <a:latin typeface="Microsoft YaHei"/>
              </a:rPr>
              <a:t>争议短板与综合结论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74920" y="5777484"/>
            <a:ext cx="15240" cy="431292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5631180"/>
            <a:ext cx="5852160" cy="723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两家公司各自的治理软肋，以及六个维度的对比判断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安全治理为什么成了模型厂商的核心竞争力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03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OpenAI vs Anthropic · AI 安全治理能力对比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当模型能力逼近双用途（dual-use）边界，安全不再是合规成本，而是决定谁能继续扩展能力的通行证。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企业信任门槛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采购先问安全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金融、医疗、政务等高价值客户把模型厂商的安全框架、审计与事故响应能力作为采购前置条件；安全承诺直接转化为企业级收入。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监管准入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框架先行者定义规则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欧盟 GPAI 行为准则、加州 SB 53、各国 AI 安全研究所评测——先建立成熟内部框架的厂商，事实上在为行业书写监管模板。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能力即风险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越强的模型越需要治理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CBRN、网络攻击、AI 自我改进等能力阈值一旦触发，没有对应安全等级的厂商将无法发布模型——安全能力决定能力上限。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人才与叙事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安全声誉吸引顶尖研究者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对齐与可解释性研究者高度看重机构承诺；OpenAI 超对齐团队解散后人才流向 Anthropic，说明治理声誉本身就是人才竞争力。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第一性判断：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安全治理的本质是「用可验证的自我约束换取继续扩展能力的社会许可」。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CORPORATE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公司治理结构：谁有权对模型说「不」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04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OpenAI vs Anthropic · AI 安全治理能力对比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两家都采用「使命实体控制营利实体」的双层结构，差异在于制衡机制的独立性与被验证程度。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B6EF3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OpenAI：Foundation + Group PBC + SSC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2025-10 完成重组：非营利的 OpenAI Foundation 通过特别投票权任免 OpenAI Group PBC 全部董事，加州/特拉华州总检察长确认其控制权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安全与安保委员会（SSC）隶属 Foundation，主席 Zico Kolter 专职于 Foundation 董事会，有权要求缓解措施直至叫停模型发布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内部安全咨询组（SAG）向管理层提供风险评估，但 CEO 保留否决 SAG 建议的权力——集中决策、事后问责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2023 年董事会危机暴露治理脆弱性；重组后 Foundation 持有约 1300 亿美元股份，使命与资本利益绑定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46A5E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Anthropic：PBC + 长期利益信托（LTBT）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特拉华州公共利益公司（PBC），章程使命为「AI 造福人类长期利益」，董事会对使命负有法定义务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长期利益信托：五名无财务利益的独立受托人，有权任命并逐步扩大至董事会多数席位——制度化的「外部刹车」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设立责任扩展官（RSO）：RSP 合规由专职高管负责，能力阈值评估结果须上报董事会与 LTBT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创始团队即出走 OpenAI 的安全研究者，安全文化自创立起内生于组织，而非危机后补建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关键差异：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OpenAI 的制衡在危机后重建、CEO 权力仍集中；Anthropic 的 LTBT 属事前制度设计，独立性更强但同样未经极端情形检验。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FRONTIER SAFETY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前沿安全框架：Preparedness vs RSP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05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OpenAI vs Anthropic · AI 安全治理能力对比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两份文件是各自安全治理的宪法：定义追踪哪些灾难性风险、何时触发何种响应。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B6EF3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OpenAI · Preparedness Framework v2（2025-04）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追踪三大类前沿能力：生物与化学、网络安全、AI 自我改进；另设长程自主性、隐瞒能力（sandbagging）等研究类别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两档能力阈值：High（部署前须有充分缓解措施）与 Critical（开发期间即须管控，可暂停开发）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定义「严重危害」为千人级伤亡或千亿美元级损失的事件；SAG 评估 → 领导层决策 → SSC 可行使叫停权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保留「竞争对手释放高风险系统时可调整要求」的弹性条款——被学界批评为承诺可撤销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46A5E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Anthropic · Responsible Scaling Policy v3.0（2026-02）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AI 安全等级（ASL）阶梯：能力阈值与安全措施一一绑定，达不到对应防护标准就不训练/不部署，仿照生物安全等级设计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2025-05 Claude Opus 4 触发 ASL-3：加固权重安保 + 部署侧 CBRN 分类器防护，行业首次实际激活此类承诺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v3.0 新增 CBRN 能力阈值，并将 AI 研发能力拆分为两级独立阈值；ASL-4 及以上随能力认知迭代定义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「若无法证明安全就暂停扩展」的默认立场（affirmative case），举证责任在厂商一侧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框架哲学差异：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Preparedness 是「评估-决策」流程（管理层裁量居中）；RSP 是「阈值-承诺」合约（触发即执行，裁量空间更小）。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RISK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风险分级机制：从日常基线到暂停开发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06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OpenAI vs Anthropic · AI 安全治理能力对比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把两家的分级映射到同一条能力风险阶梯上，可以看到响应逻辑的收敛与分歧。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2528316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1109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基线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0370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日常安全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2880360"/>
            <a:ext cx="21259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OpenAI：安全训练+使用政策+滥用监测的常态运营。Anthropic：ASL-2 基线，覆盖当前多数模型的部署防护与安保要求。</a:t>
            </a:r>
          </a:p>
        </p:txBody>
      </p:sp>
      <p:sp>
        <p:nvSpPr>
          <p:cNvPr id="16" name="Oval 15"/>
          <p:cNvSpPr/>
          <p:nvPr/>
        </p:nvSpPr>
        <p:spPr>
          <a:xfrm>
            <a:off x="1748790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48790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4B8A6"/>
                </a:solidFill>
                <a:latin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5556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0148" y="1783080"/>
            <a:ext cx="2528316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70148" y="178308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0148" y="191109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触发线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0148" y="220370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首个硬阈值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1316" y="2880360"/>
            <a:ext cx="21259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OpenAI：High——部署前必须落实充分缓解，如 2025-07 ChatGPT Agent 按生物高能力处理。Anthropic：ASL-3——权重安保加固+CBRN 部署防护，2025-05 已实际激活。</a:t>
            </a:r>
          </a:p>
        </p:txBody>
      </p:sp>
      <p:sp>
        <p:nvSpPr>
          <p:cNvPr id="24" name="Oval 23"/>
          <p:cNvSpPr/>
          <p:nvPr/>
        </p:nvSpPr>
        <p:spPr>
          <a:xfrm>
            <a:off x="4441698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1B6E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1698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B6EF3"/>
                </a:solidFill>
                <a:latin typeface="Microsoft Ya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98464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63056" y="1783080"/>
            <a:ext cx="2528316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63056" y="178308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191109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红线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3056" y="220370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开发期管控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2880360"/>
            <a:ext cx="21259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OpenAI：Critical——开发过程本身需要管控，理论上可暂停训练。Anthropic：ASL-4（定义中）——面向自动化 AI 研发与更高 CBRN 风险，安保对标国家级攻击者。</a:t>
            </a:r>
          </a:p>
        </p:txBody>
      </p:sp>
      <p:sp>
        <p:nvSpPr>
          <p:cNvPr id="32" name="Oval 31"/>
          <p:cNvSpPr/>
          <p:nvPr/>
        </p:nvSpPr>
        <p:spPr>
          <a:xfrm>
            <a:off x="7134606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4606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7C5CFF"/>
                </a:solidFill>
                <a:latin typeface="Microsoft Ya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91372" y="3680460"/>
            <a:ext cx="164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98A6"/>
                </a:solidFill>
                <a:latin typeface="Microsoft YaHe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55964" y="1783080"/>
            <a:ext cx="2528316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55964" y="1783080"/>
            <a:ext cx="2528316" cy="91440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55964" y="1911096"/>
            <a:ext cx="25283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兜底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55964" y="2203704"/>
            <a:ext cx="25283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谁来验证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7132" y="2880360"/>
            <a:ext cx="212598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OpenAI：SAG 内评+SSC 监督，CEO 可否决。Anthropic：RSO 专职问责+能力报告上达 LTBT，并公开发布激活报告接受外部检验。</a:t>
            </a:r>
          </a:p>
        </p:txBody>
      </p:sp>
      <p:sp>
        <p:nvSpPr>
          <p:cNvPr id="40" name="Oval 39"/>
          <p:cNvSpPr/>
          <p:nvPr/>
        </p:nvSpPr>
        <p:spPr>
          <a:xfrm>
            <a:off x="9827514" y="5193792"/>
            <a:ext cx="585216" cy="585216"/>
          </a:xfrm>
          <a:prstGeom prst="ellipse">
            <a:avLst/>
          </a:prstGeom>
          <a:solidFill>
            <a:srgbClr val="F4F7FB"/>
          </a:solidFill>
          <a:ln w="19050">
            <a:solidFill>
              <a:srgbClr val="F4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7514" y="519379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46A5E"/>
                </a:solidFill>
                <a:latin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收敛与分歧：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阈值设计正在趋同（CBRN/网络/AI研发三大类），分歧在触发后的裁量权归属——管理层 vs 预先承诺。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PRE-DEPLOYMENT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部署前安全评估：从内部评测到第三方检验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07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OpenAI vs Anthropic · AI 安全治理能力对比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框架的可信度取决于发布前实际做了什么。两家在实践层已形成高度相似的「四件套」。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透明文档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系统卡 / 模型卡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两家均随旗舰模型发布数十页系统卡，披露危险能力评测结果。Anthropic 额外发布 ASL-3 激活报告与安全案例摘要；OpenAI 定期更新 Preparedness 计分卡。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第三方评测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政府 AI 安全研究所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两家均与英国 AISI、美国 CAISI（原 US AISI）签署协议，开放部署前模型评测——前沿实验室接受政府机构预发布测试的先例由此建立。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外部红队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有组织的对抗测试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OpenAI 运营外部红队网络（Red Teaming Network）+ 安全漏洞赏金；Anthropic 设 Frontier Red Team 专职探测 CBRN/网络等灾难性能力并公开研究结论。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实战检验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承诺已被真实触发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2025 年是分水岭：Anthropic 对 Claude Opus 4 激活 ASL-3，OpenAI 将 ChatGPT Agent 按生物「High」能力对待并启用相应防护——框架从纸面进入实战。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观察：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实践层两家高度趋同；差异在披露颗粒度——Anthropic 倾向公开方法论与失败案例，OpenAI 倾向披露结果与计分。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ALIGNMENT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对齐与安全技术：两条研究路线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08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OpenAI vs Anthropic · AI 安全治理能力对比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治理承诺最终要靠技术兑现。两家的对齐研究基因不同：OpenAI 长于训练时对齐，Anthropic 长于理解模型内部。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B6EF3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OpenAI：训练时对齐 + 推理链监控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RLHF 的开创者与工业化者：人类反馈强化学习由 InstructGPT 确立范式，至今仍是行业对齐基线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审慎对齐（Deliberative Alignment）：让推理模型在思维链中显式引用安全规范再作答，o 系列起成为主力安全技术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思维链监控：主张保留可读 CoT 作为安全监督窗口，联合多家机构发表立场论文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隐忧：2024-05 超对齐（Superalignment）团队解散，Leike/Sutskever 出走，长线对齐研究连续性受损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46A5E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Anthropic：宪法对齐 + 机制可解释性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Constitutional AI：用一部明文「宪法」替代大规模人类标注做对齐，并演进为 Claude Constitution 公开文档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机制可解释性行业领先：从 Towards Monosemanticity 到归因图（attribution graphs）追踪模型内部回路，工具已开源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对抗性自检研究：睡眠代理（Sleeper Agents）、对齐伪装（Alignment Faking）、智能体失准实验——主动发表对自家模型不利的发现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Constitutional Classifiers：宪法分类器护栏经数千小时公开红队悬赏检验，支撑 ASL-3 部署防护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技术判断：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OpenAI 的优势在把对齐做进训练与推理流程；Anthropic 的优势在「打开黑箱」的科学纵深——后者更接近安全的第一性问题。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OPERATIONAL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运行期治理：模型上线之后的安全能力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09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OpenAI vs Anthropic · AI 安全治理能力对比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部署后的滥用检测、威胁情报与智能体安全，是 2025 年以来两家竞争最激烈的新战场。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滥用检测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分级执法体系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两家均以使用政策为依据分级执法（警告/限流/封禁），用分类器+人工复核扫描滥用模式；OpenAI 另设未成年人保护与心理健康专项响应。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威胁情报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公开对手行为报告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OpenAI 定期发布影响力行动与恶意使用报告；Anthropic 披露国家级行为体滥用案例（含 AI 驱动的网络间谍活动），主动向业界共享检测手法。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智能体安全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Agent 时代的新边界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计算机操作与编码智能体带来提示注入、越权行动等新风险面：两家均引入沙箱、权限确认、注入分类器，并把智能体风险纳入前沿框架评估。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59E0B"/>
                </a:solidFill>
                <a:latin typeface="Microsoft YaHei"/>
              </a:rPr>
              <a:t>模型行为准则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把价值观写成文档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OpenAI 公开 Model Spec 并接受公众意见，明确模型应答准则；Anthropic 公开 Claude Constitution 与商业条款中的高风险场景限制，两者互为镜像。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趋势：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运行期治理正从「内容审核」升级为「行为治理」——治理对象从一句回答变为一连串自主行动。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POLICY &amp;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外部治理参与：行业协作与立法姿态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10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OpenAI vs Anthropic · AI 安全治理能力对比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在行业自律层面两家深度绑定；在强制监管层面，立场开始分化。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B6EF3"/>
                </a:solidFill>
                <a:latin typeface="Microsoft YaHei"/>
              </a:rPr>
              <a:t>行业自律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共同创设的机制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同为前沿模型论坛（Frontier Model Forum）创始成员；同签白宫自愿承诺（2023）与首尔前沿 AI 安全承诺（2024）；同签欧盟 GPAI 行为准则（2025）。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783080"/>
            <a:ext cx="91440" cy="2089404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6A5E"/>
                </a:solidFill>
                <a:latin typeface="Microsoft YaHei"/>
              </a:rPr>
              <a:t>立法分野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7685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加州 SB 53 试金石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07208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Anthropic 公开支持加州 SB 53（2025-09 签署的首部前沿 AI 透明度法），主张「透明度义务应成为硬法」；OpenAI 态度保留，更倾向联邦统一框架。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4B8A6"/>
                </a:solidFill>
                <a:latin typeface="Microsoft YaHei"/>
              </a:rPr>
              <a:t>政府合作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评测与安全共建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两家均向英美 AI 安全研究所开放预发布评测，并向美国政府提供服务；国家安全场景的商业合作同时带来收入与「安全公司接军单」的伦理争论。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128516"/>
            <a:ext cx="5120640" cy="20894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4128516"/>
            <a:ext cx="91440" cy="2089404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311396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7C5CFF"/>
                </a:solidFill>
                <a:latin typeface="Microsoft YaHei"/>
              </a:rPr>
              <a:t>透明度输出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2229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B1F33"/>
                </a:solidFill>
                <a:latin typeface="Microsoft YaHei"/>
              </a:rPr>
              <a:t>把内部实践变成公共品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152644"/>
            <a:ext cx="4572000" cy="9006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B7B"/>
                </a:solidFill>
                <a:latin typeface="Microsoft YaHei"/>
              </a:rPr>
              <a:t>Anthropic 开源可解释性工具、公布 RSP 全文与修订记录；OpenAI 公布 Preparedness 框架、Model Spec 与安全实践页——两家都在争夺「治理标准定义权」。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政策姿态：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Anthropic 主动拥抱硬性监管以固化先发优势；OpenAI 更强调创新空间与联邦层面博弈——立法姿态成为新的差异化维度。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CONTROVERSIES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争议与短板：两家治理体系的压力测试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11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OpenAI vs Anthropic · AI 安全治理能力对比 · 2026-07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2070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B6B7B"/>
                </a:solidFill>
                <a:latin typeface="Microsoft YaHei"/>
              </a:rPr>
              <a:t>自我监管框架的公信力，最终由危机时刻的表现决定。两家都有未愈合的伤口。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1B6EF3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OpenAI：治理危机的余波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603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2023-11 董事会罢免 CEO 又五天复职：非营利制衡机制在与资本、员工的对抗中失效，成为 AI 治理史标志性案例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4175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超对齐团队 2024 年解散，多位安全高管出走并公开批评「安全让位于产品」；安全人才持续流失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27482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Preparedness 框架保留 CEO 否决权与竞争弹性条款，学界论文指其「不保证任何风险缓解实践」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5132070"/>
            <a:ext cx="146304" cy="146304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重组后 Foundation 控制权虽获两州总检察长确认，但商业化压力（巨额算力投入、营收目标）与使命的张力未解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6510">
            <a:solidFill>
              <a:srgbClr val="F46A5E"/>
            </a:solidFill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78308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783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Anthropic：理想主义者的现实约束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5603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4963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RSP 多次修订被批「移动球门柱」：阈值定义与响应措施保留解释空间，且暂停承诺从未被真正触发过极限检验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341757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3535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LTBT 受托人不公开日常运作、问责机制单薄，「独立制衡」的实际强度缺乏外部验证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27482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421081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接受国防与情报客户、以「留在牌桌上」为由持续追赶能力前沿——「安全公司也在加速」的批评始终存在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5132070"/>
            <a:ext cx="146304" cy="146304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5068062"/>
            <a:ext cx="4206240" cy="8023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0B1F33"/>
                </a:solidFill>
                <a:latin typeface="Microsoft YaHei"/>
              </a:rPr>
              <a:t>自我监管悖论同样适用：所有承诺均可由公司自行修订，缺乏外部强制力，本质仍是声誉约束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6A5E"/>
                </a:solidFill>
                <a:latin typeface="Microsoft YaHei"/>
              </a:rPr>
              <a:t>共同软肋：</a:t>
            </a:r>
            <a:r>
              <a:rPr sz="1200" b="0" i="0">
                <a:solidFill>
                  <a:srgbClr val="0B1F33"/>
                </a:solidFill>
                <a:latin typeface="Microsoft YaHei"/>
              </a:rPr>
              <a:t>两家的安全承诺都是可自我修订的软约束——这正是双方（不同程度上）都开始支持外部监管的深层原因。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10896"/>
            <a:ext cx="109728" cy="457200"/>
          </a:xfrm>
          <a:prstGeom prst="rect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B6EF3"/>
                </a:solidFill>
                <a:latin typeface="Microsoft YaHei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3"/>
                </a:solidFill>
                <a:latin typeface="Microsoft YaHei"/>
              </a:rPr>
              <a:t>六维对比：谁的安全治理更「硬」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B6EF3"/>
                </a:solidFill>
                <a:latin typeface="Microsoft YaHei"/>
              </a:rPr>
              <a:t>12</a:t>
            </a:r>
            <a:r>
              <a:rPr sz="1100" b="0" i="0">
                <a:solidFill>
                  <a:srgbClr val="8A98A6"/>
                </a:solidFill>
                <a:latin typeface="Microsoft YaHei"/>
              </a:rPr>
              <a:t> /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078992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OpenAI vs Anthropic · AI 安全治理能力对比 · 2026-07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463040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33272" y="1611630"/>
            <a:ext cx="457200" cy="457200"/>
          </a:xfrm>
          <a:prstGeom prst="ellipse">
            <a:avLst/>
          </a:prstGeom>
          <a:solidFill>
            <a:srgbClr val="1B6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161163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463040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治理结构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27632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463040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Anthropic 略优：LTBT 属事前制度设计、独立性更强；OpenAI 重组后 Foundation+SSC 架构完备，但 CEO 权力集中且经历过失效。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327148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3272" y="2475738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247573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327148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安全框架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491740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327148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Anthropic 优：RSP 阈值-承诺绑定、裁量空间小、已实战激活 ASL-3；Preparedness v2 流程完整但保留管理层否决与竞争弹性条款。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191256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2" y="3339846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2" y="333984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191256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技术纵深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355848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191256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各有所长：OpenAI 长于训练/推理时对齐工程（RLHF、审慎对齐）；Anthropic 在机制可解释性与对抗性自检研究上具有科学纵深优势。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055364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0395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0395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055364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透明度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219956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4055364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Anthropic 优：公开方法论、失败案例与修订记录；OpenAI 披露以结果与计分卡为主，历史上多次因信息披露滞后受质疑。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919472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3272" y="5068062"/>
            <a:ext cx="457200" cy="457200"/>
          </a:xfrm>
          <a:prstGeom prst="ellipse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272" y="506806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4919472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政策姿态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5084064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4919472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路线分化：Anthropic 主动支持硬法（SB 53）以固化优势；OpenAI 侧重联邦博弈与创新空间——无绝对优劣，反映商业模式差异。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783580"/>
            <a:ext cx="10607040" cy="7543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33272" y="5932170"/>
            <a:ext cx="457200" cy="457200"/>
          </a:xfrm>
          <a:prstGeom prst="ellipse">
            <a:avLst/>
          </a:prstGeom>
          <a:solidFill>
            <a:srgbClr val="35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72" y="593217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5783580"/>
            <a:ext cx="274320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B1F33"/>
                </a:solidFill>
                <a:latin typeface="Microsoft YaHei"/>
              </a:rPr>
              <a:t>综合判断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5948172"/>
            <a:ext cx="15240" cy="425196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17720" y="5783580"/>
            <a:ext cx="6492240" cy="7543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B7B"/>
                </a:solidFill>
                <a:latin typeface="Microsoft YaHei"/>
              </a:rPr>
              <a:t>Anthropic 的治理体系更接近「可验证的自我约束」，是其核心品牌资产；OpenAI 体系在危机后快速补强，规模与影响力使其实践事实上定义行业底线。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92024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5B8E0"/>
                </a:solidFill>
                <a:latin typeface="Microsoft YaHe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</a:rPr>
              <a:t>安全治理的竞争，是对「社会许可」的竞争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6616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Anthropic 把安全做成制度与科学，OpenAI 把安全做成流程与规模——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6E6"/>
                </a:solidFill>
                <a:latin typeface="Microsoft YaHei"/>
              </a:rPr>
              <a:t>最终检验两者的，不是文件的完备，而是红线被触发那一刻的选择。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75504" y="4800600"/>
            <a:ext cx="1828800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OpenAI 与 Anthropic 的 AI 治理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7E93AB"/>
                </a:solidFill>
                <a:latin typeface="Microsoft YaHei"/>
              </a:rPr>
              <a:t>SocratesAI · 行业智能化第一性原理系列 · 2026-07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